
<file path=[Content_Types].xml><?xml version="1.0" encoding="utf-8"?>
<Types xmlns="http://schemas.openxmlformats.org/package/2006/content-types">
  <Default Extension="avi" ContentType="video/x-msvideo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9"/>
  </p:notesMasterIdLst>
  <p:handoutMasterIdLst>
    <p:handoutMasterId r:id="rId20"/>
  </p:handoutMasterIdLst>
  <p:sldIdLst>
    <p:sldId id="288" r:id="rId2"/>
    <p:sldId id="312" r:id="rId3"/>
    <p:sldId id="367" r:id="rId4"/>
    <p:sldId id="368" r:id="rId5"/>
    <p:sldId id="369" r:id="rId6"/>
    <p:sldId id="370" r:id="rId7"/>
    <p:sldId id="371" r:id="rId8"/>
    <p:sldId id="374" r:id="rId9"/>
    <p:sldId id="373" r:id="rId10"/>
    <p:sldId id="375" r:id="rId11"/>
    <p:sldId id="376" r:id="rId12"/>
    <p:sldId id="377" r:id="rId13"/>
    <p:sldId id="378" r:id="rId14"/>
    <p:sldId id="379" r:id="rId15"/>
    <p:sldId id="380" r:id="rId16"/>
    <p:sldId id="372" r:id="rId17"/>
    <p:sldId id="317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ir Moshe" initials="YM" lastIdx="4" clrIdx="0">
    <p:extLst>
      <p:ext uri="{19B8F6BF-5375-455C-9EA6-DF929625EA0E}">
        <p15:presenceInfo xmlns:p15="http://schemas.microsoft.com/office/powerpoint/2012/main" userId="Yair Moshe" providerId="None"/>
      </p:ext>
    </p:extLst>
  </p:cmAuthor>
  <p:cmAuthor id="2" name="kobi" initials="k" lastIdx="9" clrIdx="1">
    <p:extLst>
      <p:ext uri="{19B8F6BF-5375-455C-9EA6-DF929625EA0E}">
        <p15:presenceInfo xmlns:p15="http://schemas.microsoft.com/office/powerpoint/2012/main" userId="kobi" providerId="None"/>
      </p:ext>
    </p:extLst>
  </p:cmAuthor>
  <p:cmAuthor id="3" name="Nadav Shalev" initials="NS" lastIdx="19" clrIdx="2">
    <p:extLst>
      <p:ext uri="{19B8F6BF-5375-455C-9EA6-DF929625EA0E}">
        <p15:presenceInfo xmlns:p15="http://schemas.microsoft.com/office/powerpoint/2012/main" userId="S::nadav.shalev@campus.technion.ac.il::2191f5c7-a166-41ee-b90f-18db3ceca851" providerId="AD"/>
      </p:ext>
    </p:extLst>
  </p:cmAuthor>
  <p:cmAuthor id="4" name="Asaf Gendler" initials="AG" lastIdx="7" clrIdx="3">
    <p:extLst>
      <p:ext uri="{19B8F6BF-5375-455C-9EA6-DF929625EA0E}">
        <p15:presenceInfo xmlns:p15="http://schemas.microsoft.com/office/powerpoint/2012/main" userId="Asaf Gen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4496"/>
    <a:srgbClr val="5A8DC6"/>
    <a:srgbClr val="9E5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1E0E4-DD16-40FD-9B43-5BEA7895454C}" v="3182" dt="2020-04-19T09:57:33.509"/>
    <p1510:client id="{46021957-1027-02EA-540F-69AE3532F9A2}" v="4" dt="2020-04-19T09:28:40.456"/>
    <p1510:client id="{DD186E50-9A01-2F82-01DF-DF71E9457076}" v="103" dt="2020-04-19T07:39:53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av Shalev" userId="S::nadav.shalev@campus.technion.ac.il::2191f5c7-a166-41ee-b90f-18db3ceca851" providerId="AD" clId="Web-{9A41BE1A-1E00-A629-7296-7E3D3F0C3DA2}"/>
    <pc:docChg chg="modSld">
      <pc:chgData name="Nadav Shalev" userId="S::nadav.shalev@campus.technion.ac.il::2191f5c7-a166-41ee-b90f-18db3ceca851" providerId="AD" clId="Web-{9A41BE1A-1E00-A629-7296-7E3D3F0C3DA2}" dt="2020-04-12T07:42:41.939" v="40"/>
      <pc:docMkLst>
        <pc:docMk/>
      </pc:docMkLst>
      <pc:sldChg chg="addCm">
        <pc:chgData name="Nadav Shalev" userId="S::nadav.shalev@campus.technion.ac.il::2191f5c7-a166-41ee-b90f-18db3ceca851" providerId="AD" clId="Web-{9A41BE1A-1E00-A629-7296-7E3D3F0C3DA2}" dt="2020-04-12T07:39:16.889" v="36"/>
        <pc:sldMkLst>
          <pc:docMk/>
          <pc:sldMk cId="1586013693" sldId="309"/>
        </pc:sldMkLst>
      </pc:sldChg>
      <pc:sldChg chg="modSp addCm">
        <pc:chgData name="Nadav Shalev" userId="S::nadav.shalev@campus.technion.ac.il::2191f5c7-a166-41ee-b90f-18db3ceca851" providerId="AD" clId="Web-{9A41BE1A-1E00-A629-7296-7E3D3F0C3DA2}" dt="2020-04-12T07:37:00.216" v="31" actId="20577"/>
        <pc:sldMkLst>
          <pc:docMk/>
          <pc:sldMk cId="2731003944" sldId="316"/>
        </pc:sldMkLst>
        <pc:spChg chg="mod">
          <ac:chgData name="Nadav Shalev" userId="S::nadav.shalev@campus.technion.ac.il::2191f5c7-a166-41ee-b90f-18db3ceca851" providerId="AD" clId="Web-{9A41BE1A-1E00-A629-7296-7E3D3F0C3DA2}" dt="2020-04-12T07:37:00.216" v="31" actId="20577"/>
          <ac:spMkLst>
            <pc:docMk/>
            <pc:sldMk cId="2731003944" sldId="316"/>
            <ac:spMk id="6" creationId="{B82697A4-F71C-47A7-9FF3-D502169BD5C8}"/>
          </ac:spMkLst>
        </pc:spChg>
      </pc:sldChg>
      <pc:sldChg chg="modSp addCm">
        <pc:chgData name="Nadav Shalev" userId="S::nadav.shalev@campus.technion.ac.il::2191f5c7-a166-41ee-b90f-18db3ceca851" providerId="AD" clId="Web-{9A41BE1A-1E00-A629-7296-7E3D3F0C3DA2}" dt="2020-04-12T07:34:19.135" v="8" actId="20577"/>
        <pc:sldMkLst>
          <pc:docMk/>
          <pc:sldMk cId="972836181" sldId="318"/>
        </pc:sldMkLst>
        <pc:spChg chg="mod">
          <ac:chgData name="Nadav Shalev" userId="S::nadav.shalev@campus.technion.ac.il::2191f5c7-a166-41ee-b90f-18db3ceca851" providerId="AD" clId="Web-{9A41BE1A-1E00-A629-7296-7E3D3F0C3DA2}" dt="2020-04-12T07:34:19.135" v="8" actId="20577"/>
          <ac:spMkLst>
            <pc:docMk/>
            <pc:sldMk cId="972836181" sldId="318"/>
            <ac:spMk id="6" creationId="{00000000-0000-0000-0000-000000000000}"/>
          </ac:spMkLst>
        </pc:spChg>
      </pc:sldChg>
      <pc:sldChg chg="addCm">
        <pc:chgData name="Nadav Shalev" userId="S::nadav.shalev@campus.technion.ac.il::2191f5c7-a166-41ee-b90f-18db3ceca851" providerId="AD" clId="Web-{9A41BE1A-1E00-A629-7296-7E3D3F0C3DA2}" dt="2020-04-12T07:34:42.370" v="10"/>
        <pc:sldMkLst>
          <pc:docMk/>
          <pc:sldMk cId="1692422790" sldId="327"/>
        </pc:sldMkLst>
      </pc:sldChg>
      <pc:sldChg chg="addCm">
        <pc:chgData name="Nadav Shalev" userId="S::nadav.shalev@campus.technion.ac.il::2191f5c7-a166-41ee-b90f-18db3ceca851" providerId="AD" clId="Web-{9A41BE1A-1E00-A629-7296-7E3D3F0C3DA2}" dt="2020-04-12T07:35:47.621" v="11"/>
        <pc:sldMkLst>
          <pc:docMk/>
          <pc:sldMk cId="3375910200" sldId="328"/>
        </pc:sldMkLst>
      </pc:sldChg>
      <pc:sldChg chg="addCm">
        <pc:chgData name="Nadav Shalev" userId="S::nadav.shalev@campus.technion.ac.il::2191f5c7-a166-41ee-b90f-18db3ceca851" providerId="AD" clId="Web-{9A41BE1A-1E00-A629-7296-7E3D3F0C3DA2}" dt="2020-04-12T07:38:04.373" v="35"/>
        <pc:sldMkLst>
          <pc:docMk/>
          <pc:sldMk cId="1400313972" sldId="331"/>
        </pc:sldMkLst>
      </pc:sldChg>
      <pc:sldChg chg="modSp addCm">
        <pc:chgData name="Nadav Shalev" userId="S::nadav.shalev@campus.technion.ac.il::2191f5c7-a166-41ee-b90f-18db3ceca851" providerId="AD" clId="Web-{9A41BE1A-1E00-A629-7296-7E3D3F0C3DA2}" dt="2020-04-12T07:40:23.312" v="38"/>
        <pc:sldMkLst>
          <pc:docMk/>
          <pc:sldMk cId="1443450309" sldId="333"/>
        </pc:sldMkLst>
        <pc:spChg chg="mod">
          <ac:chgData name="Nadav Shalev" userId="S::nadav.shalev@campus.technion.ac.il::2191f5c7-a166-41ee-b90f-18db3ceca851" providerId="AD" clId="Web-{9A41BE1A-1E00-A629-7296-7E3D3F0C3DA2}" dt="2020-04-12T07:40:16.953" v="37" actId="1076"/>
          <ac:spMkLst>
            <pc:docMk/>
            <pc:sldMk cId="1443450309" sldId="333"/>
            <ac:spMk id="7" creationId="{00000000-0000-0000-0000-000000000000}"/>
          </ac:spMkLst>
        </pc:spChg>
      </pc:sldChg>
      <pc:sldChg chg="addCm">
        <pc:chgData name="Nadav Shalev" userId="S::nadav.shalev@campus.technion.ac.il::2191f5c7-a166-41ee-b90f-18db3ceca851" providerId="AD" clId="Web-{9A41BE1A-1E00-A629-7296-7E3D3F0C3DA2}" dt="2020-04-12T07:42:41.939" v="40"/>
        <pc:sldMkLst>
          <pc:docMk/>
          <pc:sldMk cId="3746882807" sldId="335"/>
        </pc:sldMkLst>
      </pc:sldChg>
    </pc:docChg>
  </pc:docChgLst>
  <pc:docChgLst>
    <pc:chgData name="Nadav Shalev" userId="S::nadav.shalev@campus.technion.ac.il::2191f5c7-a166-41ee-b90f-18db3ceca851" providerId="AD" clId="Web-{DD186E50-9A01-2F82-01DF-DF71E9457076}"/>
    <pc:docChg chg="modSld sldOrd">
      <pc:chgData name="Nadav Shalev" userId="S::nadav.shalev@campus.technion.ac.il::2191f5c7-a166-41ee-b90f-18db3ceca851" providerId="AD" clId="Web-{DD186E50-9A01-2F82-01DF-DF71E9457076}" dt="2020-04-19T07:39:53.125" v="98" actId="1076"/>
      <pc:docMkLst>
        <pc:docMk/>
      </pc:docMkLst>
      <pc:sldChg chg="modSp">
        <pc:chgData name="Nadav Shalev" userId="S::nadav.shalev@campus.technion.ac.il::2191f5c7-a166-41ee-b90f-18db3ceca851" providerId="AD" clId="Web-{DD186E50-9A01-2F82-01DF-DF71E9457076}" dt="2020-04-18T08:57:32.348" v="32" actId="14100"/>
        <pc:sldMkLst>
          <pc:docMk/>
          <pc:sldMk cId="334877885" sldId="290"/>
        </pc:sldMkLst>
        <pc:picChg chg="mod">
          <ac:chgData name="Nadav Shalev" userId="S::nadav.shalev@campus.technion.ac.il::2191f5c7-a166-41ee-b90f-18db3ceca851" providerId="AD" clId="Web-{DD186E50-9A01-2F82-01DF-DF71E9457076}" dt="2020-04-18T08:57:32.348" v="32" actId="14100"/>
          <ac:picMkLst>
            <pc:docMk/>
            <pc:sldMk cId="334877885" sldId="290"/>
            <ac:picMk id="8" creationId="{E08BDDB1-8469-44A9-8971-1B7CD813C4B2}"/>
          </ac:picMkLst>
        </pc:picChg>
      </pc:sldChg>
      <pc:sldChg chg="addSp modSp">
        <pc:chgData name="Nadav Shalev" userId="S::nadav.shalev@campus.technion.ac.il::2191f5c7-a166-41ee-b90f-18db3ceca851" providerId="AD" clId="Web-{DD186E50-9A01-2F82-01DF-DF71E9457076}" dt="2020-04-18T08:56:11.034" v="24" actId="1076"/>
        <pc:sldMkLst>
          <pc:docMk/>
          <pc:sldMk cId="4065500333" sldId="301"/>
        </pc:sldMkLst>
        <pc:spChg chg="add mod">
          <ac:chgData name="Nadav Shalev" userId="S::nadav.shalev@campus.technion.ac.il::2191f5c7-a166-41ee-b90f-18db3ceca851" providerId="AD" clId="Web-{DD186E50-9A01-2F82-01DF-DF71E9457076}" dt="2020-04-18T08:56:11.034" v="24" actId="1076"/>
          <ac:spMkLst>
            <pc:docMk/>
            <pc:sldMk cId="4065500333" sldId="301"/>
            <ac:spMk id="6" creationId="{E2E2C0D6-2F00-4F50-A399-CB589F681974}"/>
          </ac:spMkLst>
        </pc:spChg>
        <pc:picChg chg="mod">
          <ac:chgData name="Nadav Shalev" userId="S::nadav.shalev@campus.technion.ac.il::2191f5c7-a166-41ee-b90f-18db3ceca851" providerId="AD" clId="Web-{DD186E50-9A01-2F82-01DF-DF71E9457076}" dt="2020-04-18T08:55:25.455" v="17" actId="14100"/>
          <ac:picMkLst>
            <pc:docMk/>
            <pc:sldMk cId="4065500333" sldId="301"/>
            <ac:picMk id="2050" creationId="{00000000-0000-0000-0000-000000000000}"/>
          </ac:picMkLst>
        </pc:picChg>
      </pc:sldChg>
      <pc:sldChg chg="addCm">
        <pc:chgData name="Nadav Shalev" userId="S::nadav.shalev@campus.technion.ac.il::2191f5c7-a166-41ee-b90f-18db3ceca851" providerId="AD" clId="Web-{DD186E50-9A01-2F82-01DF-DF71E9457076}" dt="2020-04-18T08:58:41.958" v="59"/>
        <pc:sldMkLst>
          <pc:docMk/>
          <pc:sldMk cId="3322815658" sldId="302"/>
        </pc:sldMkLst>
      </pc:sldChg>
      <pc:sldChg chg="modSp">
        <pc:chgData name="Nadav Shalev" userId="S::nadav.shalev@campus.technion.ac.il::2191f5c7-a166-41ee-b90f-18db3ceca851" providerId="AD" clId="Web-{DD186E50-9A01-2F82-01DF-DF71E9457076}" dt="2020-04-18T09:00:12.600" v="74" actId="14100"/>
        <pc:sldMkLst>
          <pc:docMk/>
          <pc:sldMk cId="492911369" sldId="312"/>
        </pc:sldMkLst>
        <pc:spChg chg="mod">
          <ac:chgData name="Nadav Shalev" userId="S::nadav.shalev@campus.technion.ac.il::2191f5c7-a166-41ee-b90f-18db3ceca851" providerId="AD" clId="Web-{DD186E50-9A01-2F82-01DF-DF71E9457076}" dt="2020-04-18T09:00:12.600" v="74" actId="14100"/>
          <ac:spMkLst>
            <pc:docMk/>
            <pc:sldMk cId="492911369" sldId="312"/>
            <ac:spMk id="3" creationId="{00000000-0000-0000-0000-000000000000}"/>
          </ac:spMkLst>
        </pc:spChg>
        <pc:picChg chg="mod">
          <ac:chgData name="Nadav Shalev" userId="S::nadav.shalev@campus.technion.ac.il::2191f5c7-a166-41ee-b90f-18db3ceca851" providerId="AD" clId="Web-{DD186E50-9A01-2F82-01DF-DF71E9457076}" dt="2020-04-18T07:39:06.179" v="15" actId="14100"/>
          <ac:picMkLst>
            <pc:docMk/>
            <pc:sldMk cId="492911369" sldId="312"/>
            <ac:picMk id="1028" creationId="{00000000-0000-0000-0000-000000000000}"/>
          </ac:picMkLst>
        </pc:picChg>
      </pc:sldChg>
      <pc:sldChg chg="modSp">
        <pc:chgData name="Nadav Shalev" userId="S::nadav.shalev@campus.technion.ac.il::2191f5c7-a166-41ee-b90f-18db3ceca851" providerId="AD" clId="Web-{DD186E50-9A01-2F82-01DF-DF71E9457076}" dt="2020-04-18T08:56:56.113" v="26"/>
        <pc:sldMkLst>
          <pc:docMk/>
          <pc:sldMk cId="972836181" sldId="318"/>
        </pc:sldMkLst>
        <pc:picChg chg="mod modCrop">
          <ac:chgData name="Nadav Shalev" userId="S::nadav.shalev@campus.technion.ac.il::2191f5c7-a166-41ee-b90f-18db3ceca851" providerId="AD" clId="Web-{DD186E50-9A01-2F82-01DF-DF71E9457076}" dt="2020-04-18T08:56:56.113" v="26"/>
          <ac:picMkLst>
            <pc:docMk/>
            <pc:sldMk cId="972836181" sldId="318"/>
            <ac:picMk id="1026" creationId="{3434DEEF-2CB4-4F40-9E39-A9CDDB393275}"/>
          </ac:picMkLst>
        </pc:picChg>
      </pc:sldChg>
      <pc:sldChg chg="modSp">
        <pc:chgData name="Nadav Shalev" userId="S::nadav.shalev@campus.technion.ac.il::2191f5c7-a166-41ee-b90f-18db3ceca851" providerId="AD" clId="Web-{DD186E50-9A01-2F82-01DF-DF71E9457076}" dt="2020-04-18T09:01:10.866" v="78" actId="14100"/>
        <pc:sldMkLst>
          <pc:docMk/>
          <pc:sldMk cId="2393849039" sldId="330"/>
        </pc:sldMkLst>
        <pc:spChg chg="mod">
          <ac:chgData name="Nadav Shalev" userId="S::nadav.shalev@campus.technion.ac.il::2191f5c7-a166-41ee-b90f-18db3ceca851" providerId="AD" clId="Web-{DD186E50-9A01-2F82-01DF-DF71E9457076}" dt="2020-04-18T08:57:53.863" v="44" actId="1076"/>
          <ac:spMkLst>
            <pc:docMk/>
            <pc:sldMk cId="2393849039" sldId="330"/>
            <ac:spMk id="40" creationId="{35BADEDF-2D1C-4E7A-9A95-D26C18E4FF0A}"/>
          </ac:spMkLst>
        </pc:spChg>
        <pc:spChg chg="mod">
          <ac:chgData name="Nadav Shalev" userId="S::nadav.shalev@campus.technion.ac.il::2191f5c7-a166-41ee-b90f-18db3ceca851" providerId="AD" clId="Web-{DD186E50-9A01-2F82-01DF-DF71E9457076}" dt="2020-04-18T08:57:53.863" v="45" actId="1076"/>
          <ac:spMkLst>
            <pc:docMk/>
            <pc:sldMk cId="2393849039" sldId="330"/>
            <ac:spMk id="41" creationId="{FA5C7804-BE05-42ED-B4A0-D6A9AEEF8486}"/>
          </ac:spMkLst>
        </pc:spChg>
        <pc:grpChg chg="mod">
          <ac:chgData name="Nadav Shalev" userId="S::nadav.shalev@campus.technion.ac.il::2191f5c7-a166-41ee-b90f-18db3ceca851" providerId="AD" clId="Web-{DD186E50-9A01-2F82-01DF-DF71E9457076}" dt="2020-04-18T08:57:53.832" v="39" actId="1076"/>
          <ac:grpSpMkLst>
            <pc:docMk/>
            <pc:sldMk cId="2393849039" sldId="330"/>
            <ac:grpSpMk id="10" creationId="{A1654943-081F-40C3-9C0B-126737D61E33}"/>
          </ac:grpSpMkLst>
        </pc:grpChg>
        <pc:grpChg chg="mod">
          <ac:chgData name="Nadav Shalev" userId="S::nadav.shalev@campus.technion.ac.il::2191f5c7-a166-41ee-b90f-18db3ceca851" providerId="AD" clId="Web-{DD186E50-9A01-2F82-01DF-DF71E9457076}" dt="2020-04-18T08:57:53.817" v="38" actId="1076"/>
          <ac:grpSpMkLst>
            <pc:docMk/>
            <pc:sldMk cId="2393849039" sldId="330"/>
            <ac:grpSpMk id="12" creationId="{320C4150-851C-4A8F-87AB-DCD385EF1C78}"/>
          </ac:grpSpMkLst>
        </pc:grpChg>
        <pc:grpChg chg="mod">
          <ac:chgData name="Nadav Shalev" userId="S::nadav.shalev@campus.technion.ac.il::2191f5c7-a166-41ee-b90f-18db3ceca851" providerId="AD" clId="Web-{DD186E50-9A01-2F82-01DF-DF71E9457076}" dt="2020-04-18T08:57:53.785" v="37" actId="1076"/>
          <ac:grpSpMkLst>
            <pc:docMk/>
            <pc:sldMk cId="2393849039" sldId="330"/>
            <ac:grpSpMk id="16" creationId="{4883925C-924A-44EB-B29B-66B9F736F44C}"/>
          </ac:grpSpMkLst>
        </pc:grpChg>
        <pc:grpChg chg="mod">
          <ac:chgData name="Nadav Shalev" userId="S::nadav.shalev@campus.technion.ac.il::2191f5c7-a166-41ee-b90f-18db3ceca851" providerId="AD" clId="Web-{DD186E50-9A01-2F82-01DF-DF71E9457076}" dt="2020-04-18T08:57:53.754" v="36" actId="1076"/>
          <ac:grpSpMkLst>
            <pc:docMk/>
            <pc:sldMk cId="2393849039" sldId="330"/>
            <ac:grpSpMk id="20" creationId="{0239AFA4-B32A-42F9-B108-FD601FFB8560}"/>
          </ac:grpSpMkLst>
        </pc:grpChg>
        <pc:grpChg chg="mod">
          <ac:chgData name="Nadav Shalev" userId="S::nadav.shalev@campus.technion.ac.il::2191f5c7-a166-41ee-b90f-18db3ceca851" providerId="AD" clId="Web-{DD186E50-9A01-2F82-01DF-DF71E9457076}" dt="2020-04-18T08:57:53.738" v="35" actId="1076"/>
          <ac:grpSpMkLst>
            <pc:docMk/>
            <pc:sldMk cId="2393849039" sldId="330"/>
            <ac:grpSpMk id="24" creationId="{17EFD798-A4DE-4EE1-842C-5FC2D7EF3EF5}"/>
          </ac:grpSpMkLst>
        </pc:grpChg>
        <pc:grpChg chg="mod">
          <ac:chgData name="Nadav Shalev" userId="S::nadav.shalev@campus.technion.ac.il::2191f5c7-a166-41ee-b90f-18db3ceca851" providerId="AD" clId="Web-{DD186E50-9A01-2F82-01DF-DF71E9457076}" dt="2020-04-18T08:57:53.707" v="34" actId="1076"/>
          <ac:grpSpMkLst>
            <pc:docMk/>
            <pc:sldMk cId="2393849039" sldId="330"/>
            <ac:grpSpMk id="28" creationId="{565FB8AA-FE5B-428E-9B01-B780E205C30A}"/>
          </ac:grpSpMkLst>
        </pc:grpChg>
        <pc:grpChg chg="mod">
          <ac:chgData name="Nadav Shalev" userId="S::nadav.shalev@campus.technion.ac.il::2191f5c7-a166-41ee-b90f-18db3ceca851" providerId="AD" clId="Web-{DD186E50-9A01-2F82-01DF-DF71E9457076}" dt="2020-04-18T08:57:53.692" v="33" actId="1076"/>
          <ac:grpSpMkLst>
            <pc:docMk/>
            <pc:sldMk cId="2393849039" sldId="330"/>
            <ac:grpSpMk id="36" creationId="{516C2E73-83E4-4DFD-B666-E51BC0AD5CF2}"/>
          </ac:grpSpMkLst>
        </pc:grpChg>
        <pc:picChg chg="mod">
          <ac:chgData name="Nadav Shalev" userId="S::nadav.shalev@campus.technion.ac.il::2191f5c7-a166-41ee-b90f-18db3ceca851" providerId="AD" clId="Web-{DD186E50-9A01-2F82-01DF-DF71E9457076}" dt="2020-04-18T08:57:53.848" v="40" actId="1076"/>
          <ac:picMkLst>
            <pc:docMk/>
            <pc:sldMk cId="2393849039" sldId="330"/>
            <ac:picMk id="11" creationId="{C4A02543-214C-4273-9069-6310A6F0B1CC}"/>
          </ac:picMkLst>
        </pc:picChg>
        <pc:picChg chg="mod">
          <ac:chgData name="Nadav Shalev" userId="S::nadav.shalev@campus.technion.ac.il::2191f5c7-a166-41ee-b90f-18db3ceca851" providerId="AD" clId="Web-{DD186E50-9A01-2F82-01DF-DF71E9457076}" dt="2020-04-18T08:57:53.848" v="41" actId="1076"/>
          <ac:picMkLst>
            <pc:docMk/>
            <pc:sldMk cId="2393849039" sldId="330"/>
            <ac:picMk id="33" creationId="{92974237-B7E5-4F38-8E00-659C9A1EB4D1}"/>
          </ac:picMkLst>
        </pc:picChg>
        <pc:picChg chg="mod">
          <ac:chgData name="Nadav Shalev" userId="S::nadav.shalev@campus.technion.ac.il::2191f5c7-a166-41ee-b90f-18db3ceca851" providerId="AD" clId="Web-{DD186E50-9A01-2F82-01DF-DF71E9457076}" dt="2020-04-18T08:57:53.848" v="42" actId="1076"/>
          <ac:picMkLst>
            <pc:docMk/>
            <pc:sldMk cId="2393849039" sldId="330"/>
            <ac:picMk id="34" creationId="{BDEBD775-2FE8-4676-9C66-6DE864B55E68}"/>
          </ac:picMkLst>
        </pc:picChg>
        <pc:picChg chg="mod">
          <ac:chgData name="Nadav Shalev" userId="S::nadav.shalev@campus.technion.ac.il::2191f5c7-a166-41ee-b90f-18db3ceca851" providerId="AD" clId="Web-{DD186E50-9A01-2F82-01DF-DF71E9457076}" dt="2020-04-18T08:57:53.863" v="43" actId="1076"/>
          <ac:picMkLst>
            <pc:docMk/>
            <pc:sldMk cId="2393849039" sldId="330"/>
            <ac:picMk id="35" creationId="{27DCF729-42F6-4AD2-B82B-7A78C4A6442C}"/>
          </ac:picMkLst>
        </pc:picChg>
        <pc:picChg chg="mod">
          <ac:chgData name="Nadav Shalev" userId="S::nadav.shalev@campus.technion.ac.il::2191f5c7-a166-41ee-b90f-18db3ceca851" providerId="AD" clId="Web-{DD186E50-9A01-2F82-01DF-DF71E9457076}" dt="2020-04-18T09:01:10.866" v="78" actId="14100"/>
          <ac:picMkLst>
            <pc:docMk/>
            <pc:sldMk cId="2393849039" sldId="330"/>
            <ac:picMk id="6146" creationId="{00000000-0000-0000-0000-000000000000}"/>
          </ac:picMkLst>
        </pc:picChg>
      </pc:sldChg>
      <pc:sldChg chg="modSp">
        <pc:chgData name="Nadav Shalev" userId="S::nadav.shalev@campus.technion.ac.il::2191f5c7-a166-41ee-b90f-18db3ceca851" providerId="AD" clId="Web-{DD186E50-9A01-2F82-01DF-DF71E9457076}" dt="2020-04-18T08:58:21.192" v="56" actId="20577"/>
        <pc:sldMkLst>
          <pc:docMk/>
          <pc:sldMk cId="2643988440" sldId="354"/>
        </pc:sldMkLst>
        <pc:spChg chg="mod">
          <ac:chgData name="Nadav Shalev" userId="S::nadav.shalev@campus.technion.ac.il::2191f5c7-a166-41ee-b90f-18db3ceca851" providerId="AD" clId="Web-{DD186E50-9A01-2F82-01DF-DF71E9457076}" dt="2020-04-18T08:58:21.192" v="56" actId="20577"/>
          <ac:spMkLst>
            <pc:docMk/>
            <pc:sldMk cId="2643988440" sldId="354"/>
            <ac:spMk id="3" creationId="{00000000-0000-0000-0000-000000000000}"/>
          </ac:spMkLst>
        </pc:spChg>
      </pc:sldChg>
      <pc:sldChg chg="modSp ord">
        <pc:chgData name="Nadav Shalev" userId="S::nadav.shalev@campus.technion.ac.il::2191f5c7-a166-41ee-b90f-18db3ceca851" providerId="AD" clId="Web-{DD186E50-9A01-2F82-01DF-DF71E9457076}" dt="2020-04-19T07:39:53.125" v="98" actId="1076"/>
        <pc:sldMkLst>
          <pc:docMk/>
          <pc:sldMk cId="3112003791" sldId="360"/>
        </pc:sldMkLst>
        <pc:spChg chg="mod">
          <ac:chgData name="Nadav Shalev" userId="S::nadav.shalev@campus.technion.ac.il::2191f5c7-a166-41ee-b90f-18db3ceca851" providerId="AD" clId="Web-{DD186E50-9A01-2F82-01DF-DF71E9457076}" dt="2020-04-19T07:39:46.688" v="97" actId="20577"/>
          <ac:spMkLst>
            <pc:docMk/>
            <pc:sldMk cId="3112003791" sldId="360"/>
            <ac:spMk id="4" creationId="{96F14F65-8037-4126-867D-8C52928F4E0F}"/>
          </ac:spMkLst>
        </pc:spChg>
        <pc:picChg chg="mod">
          <ac:chgData name="Nadav Shalev" userId="S::nadav.shalev@campus.technion.ac.il::2191f5c7-a166-41ee-b90f-18db3ceca851" providerId="AD" clId="Web-{DD186E50-9A01-2F82-01DF-DF71E9457076}" dt="2020-04-19T07:39:53.125" v="98" actId="1076"/>
          <ac:picMkLst>
            <pc:docMk/>
            <pc:sldMk cId="3112003791" sldId="360"/>
            <ac:picMk id="2050" creationId="{A2AE6177-96E5-4CC8-AE51-CAD5C4051536}"/>
          </ac:picMkLst>
        </pc:picChg>
      </pc:sldChg>
      <pc:sldChg chg="delSp delAnim">
        <pc:chgData name="Nadav Shalev" userId="S::nadav.shalev@campus.technion.ac.il::2191f5c7-a166-41ee-b90f-18db3ceca851" providerId="AD" clId="Web-{DD186E50-9A01-2F82-01DF-DF71E9457076}" dt="2020-04-18T09:00:48.507" v="76"/>
        <pc:sldMkLst>
          <pc:docMk/>
          <pc:sldMk cId="119870776" sldId="364"/>
        </pc:sldMkLst>
        <pc:picChg chg="del">
          <ac:chgData name="Nadav Shalev" userId="S::nadav.shalev@campus.technion.ac.il::2191f5c7-a166-41ee-b90f-18db3ceca851" providerId="AD" clId="Web-{DD186E50-9A01-2F82-01DF-DF71E9457076}" dt="2020-04-18T09:00:48.507" v="76"/>
          <ac:picMkLst>
            <pc:docMk/>
            <pc:sldMk cId="119870776" sldId="364"/>
            <ac:picMk id="1026" creationId="{B1D85C1C-4579-456C-9C86-07E9C71AD74F}"/>
          </ac:picMkLst>
        </pc:picChg>
        <pc:picChg chg="del">
          <ac:chgData name="Nadav Shalev" userId="S::nadav.shalev@campus.technion.ac.il::2191f5c7-a166-41ee-b90f-18db3ceca851" providerId="AD" clId="Web-{DD186E50-9A01-2F82-01DF-DF71E9457076}" dt="2020-04-18T09:00:48.491" v="75"/>
          <ac:picMkLst>
            <pc:docMk/>
            <pc:sldMk cId="119870776" sldId="364"/>
            <ac:picMk id="1028" creationId="{09F42635-ECAA-4E39-86C9-2FFC5B409C34}"/>
          </ac:picMkLst>
        </pc:picChg>
      </pc:sldChg>
    </pc:docChg>
  </pc:docChgLst>
  <pc:docChgLst>
    <pc:chgData name="Nadav Shalev" userId="S::nadav.shalev@campus.technion.ac.il::2191f5c7-a166-41ee-b90f-18db3ceca851" providerId="AD" clId="Web-{46021957-1027-02EA-540F-69AE3532F9A2}"/>
    <pc:docChg chg="modSld">
      <pc:chgData name="Nadav Shalev" userId="S::nadav.shalev@campus.technion.ac.il::2191f5c7-a166-41ee-b90f-18db3ceca851" providerId="AD" clId="Web-{46021957-1027-02EA-540F-69AE3532F9A2}" dt="2020-04-19T09:28:40.456" v="3" actId="20577"/>
      <pc:docMkLst>
        <pc:docMk/>
      </pc:docMkLst>
      <pc:sldChg chg="modSp">
        <pc:chgData name="Nadav Shalev" userId="S::nadav.shalev@campus.technion.ac.il::2191f5c7-a166-41ee-b90f-18db3ceca851" providerId="AD" clId="Web-{46021957-1027-02EA-540F-69AE3532F9A2}" dt="2020-04-19T09:28:40.456" v="2" actId="20577"/>
        <pc:sldMkLst>
          <pc:docMk/>
          <pc:sldMk cId="972836181" sldId="318"/>
        </pc:sldMkLst>
        <pc:spChg chg="mod">
          <ac:chgData name="Nadav Shalev" userId="S::nadav.shalev@campus.technion.ac.il::2191f5c7-a166-41ee-b90f-18db3ceca851" providerId="AD" clId="Web-{46021957-1027-02EA-540F-69AE3532F9A2}" dt="2020-04-19T09:28:40.456" v="2" actId="20577"/>
          <ac:spMkLst>
            <pc:docMk/>
            <pc:sldMk cId="972836181" sldId="318"/>
            <ac:spMk id="6" creationId="{00000000-0000-0000-0000-000000000000}"/>
          </ac:spMkLst>
        </pc:spChg>
      </pc:sldChg>
    </pc:docChg>
  </pc:docChgLst>
  <pc:docChgLst>
    <pc:chgData name="Nadav Shalev" userId="S::nadav.shalev@campus.technion.ac.il::2191f5c7-a166-41ee-b90f-18db3ceca851" providerId="AD" clId="Web-{6EB8BD8F-D42F-E154-569D-A166C66F90B7}"/>
    <pc:docChg chg="addSld modSld">
      <pc:chgData name="Nadav Shalev" userId="S::nadav.shalev@campus.technion.ac.il::2191f5c7-a166-41ee-b90f-18db3ceca851" providerId="AD" clId="Web-{6EB8BD8F-D42F-E154-569D-A166C66F90B7}" dt="2020-04-15T08:23:41.503" v="449" actId="20577"/>
      <pc:docMkLst>
        <pc:docMk/>
      </pc:docMkLst>
      <pc:sldChg chg="addSp delSp modSp new">
        <pc:chgData name="Nadav Shalev" userId="S::nadav.shalev@campus.technion.ac.il::2191f5c7-a166-41ee-b90f-18db3ceca851" providerId="AD" clId="Web-{6EB8BD8F-D42F-E154-569D-A166C66F90B7}" dt="2020-04-15T08:23:41.503" v="448" actId="20577"/>
        <pc:sldMkLst>
          <pc:docMk/>
          <pc:sldMk cId="672674605" sldId="362"/>
        </pc:sldMkLst>
        <pc:spChg chg="mod">
          <ac:chgData name="Nadav Shalev" userId="S::nadav.shalev@campus.technion.ac.il::2191f5c7-a166-41ee-b90f-18db3ceca851" providerId="AD" clId="Web-{6EB8BD8F-D42F-E154-569D-A166C66F90B7}" dt="2020-04-15T08:18:11.764" v="7" actId="20577"/>
          <ac:spMkLst>
            <pc:docMk/>
            <pc:sldMk cId="672674605" sldId="362"/>
            <ac:spMk id="2" creationId="{1665EEED-B1CF-4229-840B-02505153B564}"/>
          </ac:spMkLst>
        </pc:spChg>
        <pc:spChg chg="mod">
          <ac:chgData name="Nadav Shalev" userId="S::nadav.shalev@campus.technion.ac.il::2191f5c7-a166-41ee-b90f-18db3ceca851" providerId="AD" clId="Web-{6EB8BD8F-D42F-E154-569D-A166C66F90B7}" dt="2020-04-15T08:23:41.503" v="448" actId="20577"/>
          <ac:spMkLst>
            <pc:docMk/>
            <pc:sldMk cId="672674605" sldId="362"/>
            <ac:spMk id="3" creationId="{85556CF1-0362-4BEB-B206-74ADC73C2C24}"/>
          </ac:spMkLst>
        </pc:spChg>
        <pc:spChg chg="add del mod">
          <ac:chgData name="Nadav Shalev" userId="S::nadav.shalev@campus.technion.ac.il::2191f5c7-a166-41ee-b90f-18db3ceca851" providerId="AD" clId="Web-{6EB8BD8F-D42F-E154-569D-A166C66F90B7}" dt="2020-04-15T08:21:38.236" v="269"/>
          <ac:spMkLst>
            <pc:docMk/>
            <pc:sldMk cId="672674605" sldId="362"/>
            <ac:spMk id="5" creationId="{6C9FCBFF-28E9-40CB-ABF3-BEFA42F6B022}"/>
          </ac:spMkLst>
        </pc:spChg>
      </pc:sldChg>
    </pc:docChg>
  </pc:docChgLst>
  <pc:docChgLst>
    <pc:chgData name="Asaf Gendler" userId="1afd4eae-2c10-43ce-b252-87f975bb669c" providerId="ADAL" clId="{3C21E0E4-DD16-40FD-9B43-5BEA7895454C}"/>
    <pc:docChg chg="undo redo custSel addSld delSld modSld sldOrd">
      <pc:chgData name="Asaf Gendler" userId="1afd4eae-2c10-43ce-b252-87f975bb669c" providerId="ADAL" clId="{3C21E0E4-DD16-40FD-9B43-5BEA7895454C}" dt="2020-04-19T09:58:52.399" v="8692" actId="1038"/>
      <pc:docMkLst>
        <pc:docMk/>
      </pc:docMkLst>
      <pc:sldChg chg="modSp mod">
        <pc:chgData name="Asaf Gendler" userId="1afd4eae-2c10-43ce-b252-87f975bb669c" providerId="ADAL" clId="{3C21E0E4-DD16-40FD-9B43-5BEA7895454C}" dt="2020-04-13T10:10:28.875" v="2570" actId="113"/>
        <pc:sldMkLst>
          <pc:docMk/>
          <pc:sldMk cId="4064217885" sldId="291"/>
        </pc:sldMkLst>
        <pc:spChg chg="mod">
          <ac:chgData name="Asaf Gendler" userId="1afd4eae-2c10-43ce-b252-87f975bb669c" providerId="ADAL" clId="{3C21E0E4-DD16-40FD-9B43-5BEA7895454C}" dt="2020-04-13T10:10:28.875" v="2570" actId="113"/>
          <ac:spMkLst>
            <pc:docMk/>
            <pc:sldMk cId="4064217885" sldId="291"/>
            <ac:spMk id="3" creationId="{00000000-0000-0000-0000-000000000000}"/>
          </ac:spMkLst>
        </pc:spChg>
      </pc:sldChg>
      <pc:sldChg chg="addSp delSp modSp mod ord delAnim modAnim">
        <pc:chgData name="Asaf Gendler" userId="1afd4eae-2c10-43ce-b252-87f975bb669c" providerId="ADAL" clId="{3C21E0E4-DD16-40FD-9B43-5BEA7895454C}" dt="2020-04-15T17:06:05.473" v="7497"/>
        <pc:sldMkLst>
          <pc:docMk/>
          <pc:sldMk cId="2145876422" sldId="295"/>
        </pc:sldMkLst>
        <pc:spChg chg="mod">
          <ac:chgData name="Asaf Gendler" userId="1afd4eae-2c10-43ce-b252-87f975bb669c" providerId="ADAL" clId="{3C21E0E4-DD16-40FD-9B43-5BEA7895454C}" dt="2020-04-13T10:51:46.955" v="2954" actId="20577"/>
          <ac:spMkLst>
            <pc:docMk/>
            <pc:sldMk cId="2145876422" sldId="295"/>
            <ac:spMk id="2" creationId="{00000000-0000-0000-0000-000000000000}"/>
          </ac:spMkLst>
        </pc:spChg>
        <pc:spChg chg="add mod">
          <ac:chgData name="Asaf Gendler" userId="1afd4eae-2c10-43ce-b252-87f975bb669c" providerId="ADAL" clId="{3C21E0E4-DD16-40FD-9B43-5BEA7895454C}" dt="2020-04-14T18:57:32.895" v="5420" actId="108"/>
          <ac:spMkLst>
            <pc:docMk/>
            <pc:sldMk cId="2145876422" sldId="295"/>
            <ac:spMk id="6" creationId="{11210F8D-928D-48C6-AECD-43C94F1D91C6}"/>
          </ac:spMkLst>
        </pc:spChg>
        <pc:picChg chg="add del">
          <ac:chgData name="Asaf Gendler" userId="1afd4eae-2c10-43ce-b252-87f975bb669c" providerId="ADAL" clId="{3C21E0E4-DD16-40FD-9B43-5BEA7895454C}" dt="2020-04-11T17:45:58.017" v="1"/>
          <ac:picMkLst>
            <pc:docMk/>
            <pc:sldMk cId="2145876422" sldId="295"/>
            <ac:picMk id="3" creationId="{2AF5C2EB-0524-4A33-AE1E-D5BDD69B0311}"/>
          </ac:picMkLst>
        </pc:picChg>
        <pc:picChg chg="add mod">
          <ac:chgData name="Asaf Gendler" userId="1afd4eae-2c10-43ce-b252-87f975bb669c" providerId="ADAL" clId="{3C21E0E4-DD16-40FD-9B43-5BEA7895454C}" dt="2020-04-14T18:59:40.250" v="5428" actId="1076"/>
          <ac:picMkLst>
            <pc:docMk/>
            <pc:sldMk cId="2145876422" sldId="295"/>
            <ac:picMk id="3" creationId="{35480F9D-D64D-4C4D-ADAF-BFE30B707CBE}"/>
          </ac:picMkLst>
        </pc:picChg>
        <pc:picChg chg="add del mod">
          <ac:chgData name="Asaf Gendler" userId="1afd4eae-2c10-43ce-b252-87f975bb669c" providerId="ADAL" clId="{3C21E0E4-DD16-40FD-9B43-5BEA7895454C}" dt="2020-04-13T09:21:25.587" v="1782" actId="478"/>
          <ac:picMkLst>
            <pc:docMk/>
            <pc:sldMk cId="2145876422" sldId="295"/>
            <ac:picMk id="3" creationId="{8B437181-AFAE-410A-A2BC-09E7F3FD6623}"/>
          </ac:picMkLst>
        </pc:picChg>
        <pc:picChg chg="add del mod">
          <ac:chgData name="Asaf Gendler" userId="1afd4eae-2c10-43ce-b252-87f975bb669c" providerId="ADAL" clId="{3C21E0E4-DD16-40FD-9B43-5BEA7895454C}" dt="2020-04-14T18:59:29.697" v="5421" actId="478"/>
          <ac:picMkLst>
            <pc:docMk/>
            <pc:sldMk cId="2145876422" sldId="295"/>
            <ac:picMk id="4" creationId="{4618055F-88CC-422E-BDF7-2A7605DE5B03}"/>
          </ac:picMkLst>
        </pc:picChg>
        <pc:picChg chg="add del mod">
          <ac:chgData name="Asaf Gendler" userId="1afd4eae-2c10-43ce-b252-87f975bb669c" providerId="ADAL" clId="{3C21E0E4-DD16-40FD-9B43-5BEA7895454C}" dt="2020-04-12T15:57:57.763" v="964" actId="478"/>
          <ac:picMkLst>
            <pc:docMk/>
            <pc:sldMk cId="2145876422" sldId="295"/>
            <ac:picMk id="4" creationId="{F3F5E468-6682-4E66-A625-2D6A27E056E8}"/>
          </ac:picMkLst>
        </pc:picChg>
      </pc:sldChg>
      <pc:sldChg chg="modSp mod modAnim delCm">
        <pc:chgData name="Asaf Gendler" userId="1afd4eae-2c10-43ce-b252-87f975bb669c" providerId="ADAL" clId="{3C21E0E4-DD16-40FD-9B43-5BEA7895454C}" dt="2020-04-14T20:57:03.161" v="6008" actId="1592"/>
        <pc:sldMkLst>
          <pc:docMk/>
          <pc:sldMk cId="1669314898" sldId="296"/>
        </pc:sldMkLst>
        <pc:spChg chg="mod">
          <ac:chgData name="Asaf Gendler" userId="1afd4eae-2c10-43ce-b252-87f975bb669c" providerId="ADAL" clId="{3C21E0E4-DD16-40FD-9B43-5BEA7895454C}" dt="2020-04-14T20:56:38.692" v="6002" actId="12"/>
          <ac:spMkLst>
            <pc:docMk/>
            <pc:sldMk cId="1669314898" sldId="296"/>
            <ac:spMk id="3" creationId="{00000000-0000-0000-0000-000000000000}"/>
          </ac:spMkLst>
        </pc:spChg>
      </pc:sldChg>
      <pc:sldChg chg="modSp mod">
        <pc:chgData name="Asaf Gendler" userId="1afd4eae-2c10-43ce-b252-87f975bb669c" providerId="ADAL" clId="{3C21E0E4-DD16-40FD-9B43-5BEA7895454C}" dt="2020-04-14T16:03:18.653" v="3561" actId="27636"/>
        <pc:sldMkLst>
          <pc:docMk/>
          <pc:sldMk cId="662023011" sldId="298"/>
        </pc:sldMkLst>
        <pc:spChg chg="mod">
          <ac:chgData name="Asaf Gendler" userId="1afd4eae-2c10-43ce-b252-87f975bb669c" providerId="ADAL" clId="{3C21E0E4-DD16-40FD-9B43-5BEA7895454C}" dt="2020-04-14T16:03:18.653" v="3561" actId="27636"/>
          <ac:spMkLst>
            <pc:docMk/>
            <pc:sldMk cId="662023011" sldId="298"/>
            <ac:spMk id="3" creationId="{00000000-0000-0000-0000-000000000000}"/>
          </ac:spMkLst>
        </pc:spChg>
      </pc:sldChg>
      <pc:sldChg chg="modSp mod delCm">
        <pc:chgData name="Asaf Gendler" userId="1afd4eae-2c10-43ce-b252-87f975bb669c" providerId="ADAL" clId="{3C21E0E4-DD16-40FD-9B43-5BEA7895454C}" dt="2020-04-15T16:58:06.552" v="7478" actId="1592"/>
        <pc:sldMkLst>
          <pc:docMk/>
          <pc:sldMk cId="194558903" sldId="299"/>
        </pc:sldMkLst>
        <pc:spChg chg="mod">
          <ac:chgData name="Asaf Gendler" userId="1afd4eae-2c10-43ce-b252-87f975bb669c" providerId="ADAL" clId="{3C21E0E4-DD16-40FD-9B43-5BEA7895454C}" dt="2020-04-14T20:58:35.205" v="6078" actId="20577"/>
          <ac:spMkLst>
            <pc:docMk/>
            <pc:sldMk cId="194558903" sldId="299"/>
            <ac:spMk id="3" creationId="{00000000-0000-0000-0000-000000000000}"/>
          </ac:spMkLst>
        </pc:spChg>
      </pc:sldChg>
      <pc:sldChg chg="modSp mod modAnim modNotesTx">
        <pc:chgData name="Asaf Gendler" userId="1afd4eae-2c10-43ce-b252-87f975bb669c" providerId="ADAL" clId="{3C21E0E4-DD16-40FD-9B43-5BEA7895454C}" dt="2020-04-16T10:45:55.868" v="7890" actId="113"/>
        <pc:sldMkLst>
          <pc:docMk/>
          <pc:sldMk cId="4065500333" sldId="301"/>
        </pc:sldMkLst>
        <pc:spChg chg="mod">
          <ac:chgData name="Asaf Gendler" userId="1afd4eae-2c10-43ce-b252-87f975bb669c" providerId="ADAL" clId="{3C21E0E4-DD16-40FD-9B43-5BEA7895454C}" dt="2020-04-16T10:45:48.923" v="7888" actId="113"/>
          <ac:spMkLst>
            <pc:docMk/>
            <pc:sldMk cId="4065500333" sldId="301"/>
            <ac:spMk id="3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6T10:45:55.868" v="7890" actId="113"/>
          <ac:spMkLst>
            <pc:docMk/>
            <pc:sldMk cId="4065500333" sldId="301"/>
            <ac:spMk id="4" creationId="{16F18B85-A0F6-4B75-A919-4949D79B5C37}"/>
          </ac:spMkLst>
        </pc:spChg>
        <pc:picChg chg="mod">
          <ac:chgData name="Asaf Gendler" userId="1afd4eae-2c10-43ce-b252-87f975bb669c" providerId="ADAL" clId="{3C21E0E4-DD16-40FD-9B43-5BEA7895454C}" dt="2020-04-16T10:33:02.292" v="7670" actId="1076"/>
          <ac:picMkLst>
            <pc:docMk/>
            <pc:sldMk cId="4065500333" sldId="301"/>
            <ac:picMk id="2050" creationId="{00000000-0000-0000-0000-000000000000}"/>
          </ac:picMkLst>
        </pc:picChg>
        <pc:picChg chg="mod">
          <ac:chgData name="Asaf Gendler" userId="1afd4eae-2c10-43ce-b252-87f975bb669c" providerId="ADAL" clId="{3C21E0E4-DD16-40FD-9B43-5BEA7895454C}" dt="2020-04-16T10:45:43.196" v="7886" actId="1076"/>
          <ac:picMkLst>
            <pc:docMk/>
            <pc:sldMk cId="4065500333" sldId="301"/>
            <ac:picMk id="2052" creationId="{00000000-0000-0000-0000-000000000000}"/>
          </ac:picMkLst>
        </pc:picChg>
      </pc:sldChg>
      <pc:sldChg chg="addSp delSp modSp mod delAnim modAnim modCm modNotesTx">
        <pc:chgData name="Asaf Gendler" userId="1afd4eae-2c10-43ce-b252-87f975bb669c" providerId="ADAL" clId="{3C21E0E4-DD16-40FD-9B43-5BEA7895454C}" dt="2020-04-18T14:06:28.740" v="8514"/>
        <pc:sldMkLst>
          <pc:docMk/>
          <pc:sldMk cId="3322815658" sldId="302"/>
        </pc:sldMkLst>
        <pc:spChg chg="mod">
          <ac:chgData name="Asaf Gendler" userId="1afd4eae-2c10-43ce-b252-87f975bb669c" providerId="ADAL" clId="{3C21E0E4-DD16-40FD-9B43-5BEA7895454C}" dt="2020-04-13T10:21:37.480" v="2720" actId="27636"/>
          <ac:spMkLst>
            <pc:docMk/>
            <pc:sldMk cId="3322815658" sldId="302"/>
            <ac:spMk id="3" creationId="{00000000-0000-0000-0000-000000000000}"/>
          </ac:spMkLst>
        </pc:spChg>
        <pc:picChg chg="del mod">
          <ac:chgData name="Asaf Gendler" userId="1afd4eae-2c10-43ce-b252-87f975bb669c" providerId="ADAL" clId="{3C21E0E4-DD16-40FD-9B43-5BEA7895454C}" dt="2020-04-13T10:21:28.235" v="2713" actId="478"/>
          <ac:picMkLst>
            <pc:docMk/>
            <pc:sldMk cId="3322815658" sldId="302"/>
            <ac:picMk id="4" creationId="{00000000-0000-0000-0000-000000000000}"/>
          </ac:picMkLst>
        </pc:picChg>
        <pc:picChg chg="add mod">
          <ac:chgData name="Asaf Gendler" userId="1afd4eae-2c10-43ce-b252-87f975bb669c" providerId="ADAL" clId="{3C21E0E4-DD16-40FD-9B43-5BEA7895454C}" dt="2020-04-13T10:21:41.651" v="2722" actId="1076"/>
          <ac:picMkLst>
            <pc:docMk/>
            <pc:sldMk cId="3322815658" sldId="302"/>
            <ac:picMk id="1026" creationId="{C881C5B0-089E-4411-A42D-64D0007F443F}"/>
          </ac:picMkLst>
        </pc:picChg>
      </pc:sldChg>
      <pc:sldChg chg="del">
        <pc:chgData name="Asaf Gendler" userId="1afd4eae-2c10-43ce-b252-87f975bb669c" providerId="ADAL" clId="{3C21E0E4-DD16-40FD-9B43-5BEA7895454C}" dt="2020-04-12T14:21:12.318" v="700" actId="47"/>
        <pc:sldMkLst>
          <pc:docMk/>
          <pc:sldMk cId="1586013693" sldId="309"/>
        </pc:sldMkLst>
      </pc:sldChg>
      <pc:sldChg chg="modAnim">
        <pc:chgData name="Asaf Gendler" userId="1afd4eae-2c10-43ce-b252-87f975bb669c" providerId="ADAL" clId="{3C21E0E4-DD16-40FD-9B43-5BEA7895454C}" dt="2020-04-13T10:11:23.948" v="2574"/>
        <pc:sldMkLst>
          <pc:docMk/>
          <pc:sldMk cId="492911369" sldId="312"/>
        </pc:sldMkLst>
      </pc:sldChg>
      <pc:sldChg chg="modSp mod modAnim">
        <pc:chgData name="Asaf Gendler" userId="1afd4eae-2c10-43ce-b252-87f975bb669c" providerId="ADAL" clId="{3C21E0E4-DD16-40FD-9B43-5BEA7895454C}" dt="2020-04-16T10:45:25.430" v="7884" actId="113"/>
        <pc:sldMkLst>
          <pc:docMk/>
          <pc:sldMk cId="1191761928" sldId="313"/>
        </pc:sldMkLst>
        <pc:spChg chg="mod">
          <ac:chgData name="Asaf Gendler" userId="1afd4eae-2c10-43ce-b252-87f975bb669c" providerId="ADAL" clId="{3C21E0E4-DD16-40FD-9B43-5BEA7895454C}" dt="2020-04-16T10:45:25.430" v="7884" actId="113"/>
          <ac:spMkLst>
            <pc:docMk/>
            <pc:sldMk cId="1191761928" sldId="313"/>
            <ac:spMk id="6" creationId="{00000000-0000-0000-0000-000000000000}"/>
          </ac:spMkLst>
        </pc:spChg>
      </pc:sldChg>
      <pc:sldChg chg="addSp delSp modSp mod ord addAnim delAnim modAnim addCm delCm modCm modNotesTx">
        <pc:chgData name="Asaf Gendler" userId="1afd4eae-2c10-43ce-b252-87f975bb669c" providerId="ADAL" clId="{3C21E0E4-DD16-40FD-9B43-5BEA7895454C}" dt="2020-04-16T12:46:37.804" v="7974"/>
        <pc:sldMkLst>
          <pc:docMk/>
          <pc:sldMk cId="2731003944" sldId="316"/>
        </pc:sldMkLst>
        <pc:spChg chg="mod">
          <ac:chgData name="Asaf Gendler" userId="1afd4eae-2c10-43ce-b252-87f975bb669c" providerId="ADAL" clId="{3C21E0E4-DD16-40FD-9B43-5BEA7895454C}" dt="2020-04-13T10:26:26.731" v="2741" actId="1076"/>
          <ac:spMkLst>
            <pc:docMk/>
            <pc:sldMk cId="2731003944" sldId="316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3T10:27:30.452" v="2750" actId="1076"/>
          <ac:spMkLst>
            <pc:docMk/>
            <pc:sldMk cId="2731003944" sldId="316"/>
            <ac:spMk id="3" creationId="{00000000-0000-0000-0000-000000000000}"/>
          </ac:spMkLst>
        </pc:spChg>
        <pc:spChg chg="add mod">
          <ac:chgData name="Asaf Gendler" userId="1afd4eae-2c10-43ce-b252-87f975bb669c" providerId="ADAL" clId="{3C21E0E4-DD16-40FD-9B43-5BEA7895454C}" dt="2020-04-16T10:46:21.601" v="7892" actId="113"/>
          <ac:spMkLst>
            <pc:docMk/>
            <pc:sldMk cId="2731003944" sldId="316"/>
            <ac:spMk id="4" creationId="{18D7ED3E-3A05-4C77-90FE-33D683A5D28B}"/>
          </ac:spMkLst>
        </pc:spChg>
        <pc:spChg chg="add mod topLvl">
          <ac:chgData name="Asaf Gendler" userId="1afd4eae-2c10-43ce-b252-87f975bb669c" providerId="ADAL" clId="{3C21E0E4-DD16-40FD-9B43-5BEA7895454C}" dt="2020-04-12T13:30:57.923" v="278" actId="164"/>
          <ac:spMkLst>
            <pc:docMk/>
            <pc:sldMk cId="2731003944" sldId="316"/>
            <ac:spMk id="4" creationId="{98C6AD60-0927-43A2-90D2-DE321A610892}"/>
          </ac:spMkLst>
        </pc:spChg>
        <pc:spChg chg="del">
          <ac:chgData name="Asaf Gendler" userId="1afd4eae-2c10-43ce-b252-87f975bb669c" providerId="ADAL" clId="{3C21E0E4-DD16-40FD-9B43-5BEA7895454C}" dt="2020-04-12T13:28:16.016" v="261" actId="478"/>
          <ac:spMkLst>
            <pc:docMk/>
            <pc:sldMk cId="2731003944" sldId="316"/>
            <ac:spMk id="5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4T16:06:08.433" v="3712" actId="1037"/>
          <ac:spMkLst>
            <pc:docMk/>
            <pc:sldMk cId="2731003944" sldId="316"/>
            <ac:spMk id="6" creationId="{B82697A4-F71C-47A7-9FF3-D502169BD5C8}"/>
          </ac:spMkLst>
        </pc:spChg>
        <pc:spChg chg="mod">
          <ac:chgData name="Asaf Gendler" userId="1afd4eae-2c10-43ce-b252-87f975bb669c" providerId="ADAL" clId="{3C21E0E4-DD16-40FD-9B43-5BEA7895454C}" dt="2020-04-14T15:27:58.518" v="3212" actId="692"/>
          <ac:spMkLst>
            <pc:docMk/>
            <pc:sldMk cId="2731003944" sldId="316"/>
            <ac:spMk id="7" creationId="{98C6AD60-0927-43A2-90D2-DE321A610892}"/>
          </ac:spMkLst>
        </pc:spChg>
        <pc:spChg chg="add del mod">
          <ac:chgData name="Asaf Gendler" userId="1afd4eae-2c10-43ce-b252-87f975bb669c" providerId="ADAL" clId="{3C21E0E4-DD16-40FD-9B43-5BEA7895454C}" dt="2020-04-14T16:04:31.434" v="3567" actId="478"/>
          <ac:spMkLst>
            <pc:docMk/>
            <pc:sldMk cId="2731003944" sldId="316"/>
            <ac:spMk id="13" creationId="{76FF1ED1-3BEC-4C2C-98E5-FAC9506A8BAE}"/>
          </ac:spMkLst>
        </pc:spChg>
        <pc:spChg chg="add mod">
          <ac:chgData name="Asaf Gendler" userId="1afd4eae-2c10-43ce-b252-87f975bb669c" providerId="ADAL" clId="{3C21E0E4-DD16-40FD-9B43-5BEA7895454C}" dt="2020-04-14T15:29:32.807" v="3240" actId="164"/>
          <ac:spMkLst>
            <pc:docMk/>
            <pc:sldMk cId="2731003944" sldId="316"/>
            <ac:spMk id="15" creationId="{4CB97335-A5A4-41B9-94F3-0B3996E346CE}"/>
          </ac:spMkLst>
        </pc:spChg>
        <pc:spChg chg="add mod">
          <ac:chgData name="Asaf Gendler" userId="1afd4eae-2c10-43ce-b252-87f975bb669c" providerId="ADAL" clId="{3C21E0E4-DD16-40FD-9B43-5BEA7895454C}" dt="2020-04-14T15:29:32.807" v="3240" actId="164"/>
          <ac:spMkLst>
            <pc:docMk/>
            <pc:sldMk cId="2731003944" sldId="316"/>
            <ac:spMk id="16" creationId="{7615230C-E5D5-4C6E-ACB0-94CE0027187F}"/>
          </ac:spMkLst>
        </pc:spChg>
        <pc:spChg chg="add mod">
          <ac:chgData name="Asaf Gendler" userId="1afd4eae-2c10-43ce-b252-87f975bb669c" providerId="ADAL" clId="{3C21E0E4-DD16-40FD-9B43-5BEA7895454C}" dt="2020-04-14T16:13:49.222" v="3854" actId="164"/>
          <ac:spMkLst>
            <pc:docMk/>
            <pc:sldMk cId="2731003944" sldId="316"/>
            <ac:spMk id="19" creationId="{667ACDAC-0CBA-4270-B740-471EAF54A3C0}"/>
          </ac:spMkLst>
        </pc:spChg>
        <pc:spChg chg="add del mod">
          <ac:chgData name="Asaf Gendler" userId="1afd4eae-2c10-43ce-b252-87f975bb669c" providerId="ADAL" clId="{3C21E0E4-DD16-40FD-9B43-5BEA7895454C}" dt="2020-04-12T13:25:56.265" v="238" actId="478"/>
          <ac:spMkLst>
            <pc:docMk/>
            <pc:sldMk cId="2731003944" sldId="316"/>
            <ac:spMk id="30" creationId="{2E27184D-3F93-4A98-BFC1-69A08CECEDCE}"/>
          </ac:spMkLst>
        </pc:spChg>
        <pc:grpChg chg="add mod">
          <ac:chgData name="Asaf Gendler" userId="1afd4eae-2c10-43ce-b252-87f975bb669c" providerId="ADAL" clId="{3C21E0E4-DD16-40FD-9B43-5BEA7895454C}" dt="2020-04-16T10:42:28.808" v="7859" actId="1036"/>
          <ac:grpSpMkLst>
            <pc:docMk/>
            <pc:sldMk cId="2731003944" sldId="316"/>
            <ac:grpSpMk id="12" creationId="{32675979-6D02-4774-8ACF-55A46A160828}"/>
          </ac:grpSpMkLst>
        </pc:grpChg>
        <pc:grpChg chg="add mod">
          <ac:chgData name="Asaf Gendler" userId="1afd4eae-2c10-43ce-b252-87f975bb669c" providerId="ADAL" clId="{3C21E0E4-DD16-40FD-9B43-5BEA7895454C}" dt="2020-04-16T10:42:28.808" v="7859" actId="1036"/>
          <ac:grpSpMkLst>
            <pc:docMk/>
            <pc:sldMk cId="2731003944" sldId="316"/>
            <ac:grpSpMk id="31" creationId="{902932BC-77FD-44CB-8F76-DA4BFF4DD72B}"/>
          </ac:grpSpMkLst>
        </pc:grpChg>
        <pc:grpChg chg="add del mod topLvl">
          <ac:chgData name="Asaf Gendler" userId="1afd4eae-2c10-43ce-b252-87f975bb669c" providerId="ADAL" clId="{3C21E0E4-DD16-40FD-9B43-5BEA7895454C}" dt="2020-04-12T13:34:21.133" v="310" actId="478"/>
          <ac:grpSpMkLst>
            <pc:docMk/>
            <pc:sldMk cId="2731003944" sldId="316"/>
            <ac:grpSpMk id="33" creationId="{F07BDA69-3EFC-4E6E-8761-09515F741272}"/>
          </ac:grpSpMkLst>
        </pc:grpChg>
        <pc:grpChg chg="add del mod">
          <ac:chgData name="Asaf Gendler" userId="1afd4eae-2c10-43ce-b252-87f975bb669c" providerId="ADAL" clId="{3C21E0E4-DD16-40FD-9B43-5BEA7895454C}" dt="2020-04-12T13:30:18.938" v="272" actId="165"/>
          <ac:grpSpMkLst>
            <pc:docMk/>
            <pc:sldMk cId="2731003944" sldId="316"/>
            <ac:grpSpMk id="34" creationId="{A3DDB630-723D-4AA0-9ABA-081A5560272E}"/>
          </ac:grpSpMkLst>
        </pc:grpChg>
        <pc:grpChg chg="add del mod">
          <ac:chgData name="Asaf Gendler" userId="1afd4eae-2c10-43ce-b252-87f975bb669c" providerId="ADAL" clId="{3C21E0E4-DD16-40FD-9B43-5BEA7895454C}" dt="2020-04-16T10:42:28.808" v="7859" actId="1036"/>
          <ac:grpSpMkLst>
            <pc:docMk/>
            <pc:sldMk cId="2731003944" sldId="316"/>
            <ac:grpSpMk id="35" creationId="{7167C9AC-CDB8-4A56-A3EA-5680A1BD5FA1}"/>
          </ac:grpSpMkLst>
        </pc:grpChg>
        <pc:grpChg chg="add mod">
          <ac:chgData name="Asaf Gendler" userId="1afd4eae-2c10-43ce-b252-87f975bb669c" providerId="ADAL" clId="{3C21E0E4-DD16-40FD-9B43-5BEA7895454C}" dt="2020-04-16T10:42:28.808" v="7859" actId="1036"/>
          <ac:grpSpMkLst>
            <pc:docMk/>
            <pc:sldMk cId="2731003944" sldId="316"/>
            <ac:grpSpMk id="40" creationId="{F554798B-D221-45E7-AB8B-0E76570CE94E}"/>
          </ac:grpSpMkLst>
        </pc:grpChg>
        <pc:grpChg chg="add mod">
          <ac:chgData name="Asaf Gendler" userId="1afd4eae-2c10-43ce-b252-87f975bb669c" providerId="ADAL" clId="{3C21E0E4-DD16-40FD-9B43-5BEA7895454C}" dt="2020-04-16T10:42:28.808" v="7859" actId="1036"/>
          <ac:grpSpMkLst>
            <pc:docMk/>
            <pc:sldMk cId="2731003944" sldId="316"/>
            <ac:grpSpMk id="41" creationId="{E0BAF8EF-ED31-4B92-BDC8-A1D435827CC7}"/>
          </ac:grpSpMkLst>
        </pc:grpChg>
        <pc:picChg chg="mod">
          <ac:chgData name="Asaf Gendler" userId="1afd4eae-2c10-43ce-b252-87f975bb669c" providerId="ADAL" clId="{3C21E0E4-DD16-40FD-9B43-5BEA7895454C}" dt="2020-04-12T13:26:29.087" v="241" actId="164"/>
          <ac:picMkLst>
            <pc:docMk/>
            <pc:sldMk cId="2731003944" sldId="316"/>
            <ac:picMk id="8" creationId="{2C8EED50-664C-4F69-9C46-9E4CF0ACADD6}"/>
          </ac:picMkLst>
        </pc:picChg>
        <pc:picChg chg="add del mod">
          <ac:chgData name="Asaf Gendler" userId="1afd4eae-2c10-43ce-b252-87f975bb669c" providerId="ADAL" clId="{3C21E0E4-DD16-40FD-9B43-5BEA7895454C}" dt="2020-04-12T13:08:29.009" v="51"/>
          <ac:picMkLst>
            <pc:docMk/>
            <pc:sldMk cId="2731003944" sldId="316"/>
            <ac:picMk id="9" creationId="{9F3F8EF3-E2A7-42DD-8F9E-2ED6DCC5981F}"/>
          </ac:picMkLst>
        </pc:picChg>
        <pc:picChg chg="add del mod">
          <ac:chgData name="Asaf Gendler" userId="1afd4eae-2c10-43ce-b252-87f975bb669c" providerId="ADAL" clId="{3C21E0E4-DD16-40FD-9B43-5BEA7895454C}" dt="2020-04-12T13:10:30.872" v="66" actId="478"/>
          <ac:picMkLst>
            <pc:docMk/>
            <pc:sldMk cId="2731003944" sldId="316"/>
            <ac:picMk id="10" creationId="{1DE4BA2A-5AE5-45F7-BE8D-FDCE0C8934B1}"/>
          </ac:picMkLst>
        </pc:picChg>
        <pc:picChg chg="add mod">
          <ac:chgData name="Asaf Gendler" userId="1afd4eae-2c10-43ce-b252-87f975bb669c" providerId="ADAL" clId="{3C21E0E4-DD16-40FD-9B43-5BEA7895454C}" dt="2020-04-12T13:26:29.087" v="241" actId="164"/>
          <ac:picMkLst>
            <pc:docMk/>
            <pc:sldMk cId="2731003944" sldId="316"/>
            <ac:picMk id="32" creationId="{846E04EB-AE00-4FB5-B59B-70ECFDF06616}"/>
          </ac:picMkLst>
        </pc:picChg>
        <pc:picChg chg="mod topLvl">
          <ac:chgData name="Asaf Gendler" userId="1afd4eae-2c10-43ce-b252-87f975bb669c" providerId="ADAL" clId="{3C21E0E4-DD16-40FD-9B43-5BEA7895454C}" dt="2020-04-12T13:30:57.923" v="278" actId="164"/>
          <ac:picMkLst>
            <pc:docMk/>
            <pc:sldMk cId="2731003944" sldId="316"/>
            <ac:picMk id="5122" creationId="{00000000-0000-0000-0000-000000000000}"/>
          </ac:picMkLst>
        </pc:picChg>
        <pc:cxnChg chg="add del mod">
          <ac:chgData name="Asaf Gendler" userId="1afd4eae-2c10-43ce-b252-87f975bb669c" providerId="ADAL" clId="{3C21E0E4-DD16-40FD-9B43-5BEA7895454C}" dt="2020-04-16T10:43:00.904" v="7871" actId="1035"/>
          <ac:cxnSpMkLst>
            <pc:docMk/>
            <pc:sldMk cId="2731003944" sldId="316"/>
            <ac:cxnSpMk id="5" creationId="{BB94BA68-DD77-4AEF-A0F8-B504C4265244}"/>
          </ac:cxnSpMkLst>
        </pc:cxnChg>
        <pc:cxnChg chg="del mod">
          <ac:chgData name="Asaf Gendler" userId="1afd4eae-2c10-43ce-b252-87f975bb669c" providerId="ADAL" clId="{3C21E0E4-DD16-40FD-9B43-5BEA7895454C}" dt="2020-04-14T16:10:41.081" v="3829" actId="478"/>
          <ac:cxnSpMkLst>
            <pc:docMk/>
            <pc:sldMk cId="2731003944" sldId="316"/>
            <ac:cxnSpMk id="11" creationId="{5E873F76-2773-41B0-A58D-055A1DE949F4}"/>
          </ac:cxnSpMkLst>
        </pc:cxnChg>
        <pc:cxnChg chg="add del mod">
          <ac:chgData name="Asaf Gendler" userId="1afd4eae-2c10-43ce-b252-87f975bb669c" providerId="ADAL" clId="{3C21E0E4-DD16-40FD-9B43-5BEA7895454C}" dt="2020-04-12T13:16:59.906" v="128" actId="11529"/>
          <ac:cxnSpMkLst>
            <pc:docMk/>
            <pc:sldMk cId="2731003944" sldId="316"/>
            <ac:cxnSpMk id="11" creationId="{CC1B1245-E270-44C0-9E8D-9B9B41A6DFC1}"/>
          </ac:cxnSpMkLst>
        </pc:cxnChg>
        <pc:cxnChg chg="add mod topLvl">
          <ac:chgData name="Asaf Gendler" userId="1afd4eae-2c10-43ce-b252-87f975bb669c" providerId="ADAL" clId="{3C21E0E4-DD16-40FD-9B43-5BEA7895454C}" dt="2020-04-12T13:30:57.923" v="278" actId="164"/>
          <ac:cxnSpMkLst>
            <pc:docMk/>
            <pc:sldMk cId="2731003944" sldId="316"/>
            <ac:cxnSpMk id="13" creationId="{37A93E8E-FDE0-407A-95F2-86D123F001BB}"/>
          </ac:cxnSpMkLst>
        </pc:cxnChg>
        <pc:cxnChg chg="add del mod">
          <ac:chgData name="Asaf Gendler" userId="1afd4eae-2c10-43ce-b252-87f975bb669c" providerId="ADAL" clId="{3C21E0E4-DD16-40FD-9B43-5BEA7895454C}" dt="2020-04-12T13:19:18.025" v="151" actId="11529"/>
          <ac:cxnSpMkLst>
            <pc:docMk/>
            <pc:sldMk cId="2731003944" sldId="316"/>
            <ac:cxnSpMk id="15" creationId="{B9D72408-4ACB-43F6-8EDB-AAD82ECE9E27}"/>
          </ac:cxnSpMkLst>
        </pc:cxnChg>
        <pc:cxnChg chg="add mod topLvl">
          <ac:chgData name="Asaf Gendler" userId="1afd4eae-2c10-43ce-b252-87f975bb669c" providerId="ADAL" clId="{3C21E0E4-DD16-40FD-9B43-5BEA7895454C}" dt="2020-04-12T13:30:33.054" v="275" actId="165"/>
          <ac:cxnSpMkLst>
            <pc:docMk/>
            <pc:sldMk cId="2731003944" sldId="316"/>
            <ac:cxnSpMk id="17" creationId="{BB94BA68-DD77-4AEF-A0F8-B504C4265244}"/>
          </ac:cxnSpMkLst>
        </pc:cxnChg>
        <pc:cxnChg chg="add mod">
          <ac:chgData name="Asaf Gendler" userId="1afd4eae-2c10-43ce-b252-87f975bb669c" providerId="ADAL" clId="{3C21E0E4-DD16-40FD-9B43-5BEA7895454C}" dt="2020-04-14T16:13:49.222" v="3854" actId="164"/>
          <ac:cxnSpMkLst>
            <pc:docMk/>
            <pc:sldMk cId="2731003944" sldId="316"/>
            <ac:cxnSpMk id="20" creationId="{0115CD78-1B4E-4E13-9FF3-77FEEA8CFA5F}"/>
          </ac:cxnSpMkLst>
        </pc:cxnChg>
        <pc:cxnChg chg="add del mod topLvl">
          <ac:chgData name="Asaf Gendler" userId="1afd4eae-2c10-43ce-b252-87f975bb669c" providerId="ADAL" clId="{3C21E0E4-DD16-40FD-9B43-5BEA7895454C}" dt="2020-04-12T13:34:30.179" v="312" actId="478"/>
          <ac:cxnSpMkLst>
            <pc:docMk/>
            <pc:sldMk cId="2731003944" sldId="316"/>
            <ac:cxnSpMk id="24" creationId="{5E873F76-2773-41B0-A58D-055A1DE949F4}"/>
          </ac:cxnSpMkLst>
        </pc:cxnChg>
        <pc:cxnChg chg="add mod">
          <ac:chgData name="Asaf Gendler" userId="1afd4eae-2c10-43ce-b252-87f975bb669c" providerId="ADAL" clId="{3C21E0E4-DD16-40FD-9B43-5BEA7895454C}" dt="2020-04-14T16:15:43.114" v="3867" actId="1037"/>
          <ac:cxnSpMkLst>
            <pc:docMk/>
            <pc:sldMk cId="2731003944" sldId="316"/>
            <ac:cxnSpMk id="26" creationId="{96156AA3-B400-45B2-AB5D-621C8925DF66}"/>
          </ac:cxnSpMkLst>
        </pc:cxnChg>
        <pc:cxnChg chg="add mod">
          <ac:chgData name="Asaf Gendler" userId="1afd4eae-2c10-43ce-b252-87f975bb669c" providerId="ADAL" clId="{3C21E0E4-DD16-40FD-9B43-5BEA7895454C}" dt="2020-04-14T16:14:41.813" v="3859" actId="164"/>
          <ac:cxnSpMkLst>
            <pc:docMk/>
            <pc:sldMk cId="2731003944" sldId="316"/>
            <ac:cxnSpMk id="34" creationId="{7AEBE65A-E260-46F0-B586-8CF89B302265}"/>
          </ac:cxnSpMkLst>
        </pc:cxnChg>
      </pc:sldChg>
      <pc:sldChg chg="addSp delSp modSp mod modAnim addCm delCm modCm modNotesTx">
        <pc:chgData name="Asaf Gendler" userId="1afd4eae-2c10-43ce-b252-87f975bb669c" providerId="ADAL" clId="{3C21E0E4-DD16-40FD-9B43-5BEA7895454C}" dt="2020-04-19T08:27:30.998" v="8666" actId="5793"/>
        <pc:sldMkLst>
          <pc:docMk/>
          <pc:sldMk cId="972836181" sldId="318"/>
        </pc:sldMkLst>
        <pc:spChg chg="mod">
          <ac:chgData name="Asaf Gendler" userId="1afd4eae-2c10-43ce-b252-87f975bb669c" providerId="ADAL" clId="{3C21E0E4-DD16-40FD-9B43-5BEA7895454C}" dt="2020-04-19T08:27:30.998" v="8666" actId="5793"/>
          <ac:spMkLst>
            <pc:docMk/>
            <pc:sldMk cId="972836181" sldId="318"/>
            <ac:spMk id="6" creationId="{00000000-0000-0000-0000-000000000000}"/>
          </ac:spMkLst>
        </pc:spChg>
        <pc:picChg chg="del">
          <ac:chgData name="Asaf Gendler" userId="1afd4eae-2c10-43ce-b252-87f975bb669c" providerId="ADAL" clId="{3C21E0E4-DD16-40FD-9B43-5BEA7895454C}" dt="2020-04-12T13:05:29.812" v="22" actId="478"/>
          <ac:picMkLst>
            <pc:docMk/>
            <pc:sldMk cId="972836181" sldId="318"/>
            <ac:picMk id="4" creationId="{C9C78E02-26FB-4471-8253-3F35D4A25BD4}"/>
          </ac:picMkLst>
        </pc:picChg>
        <pc:picChg chg="add mod">
          <ac:chgData name="Asaf Gendler" userId="1afd4eae-2c10-43ce-b252-87f975bb669c" providerId="ADAL" clId="{3C21E0E4-DD16-40FD-9B43-5BEA7895454C}" dt="2020-04-16T10:29:27.929" v="7624" actId="1076"/>
          <ac:picMkLst>
            <pc:docMk/>
            <pc:sldMk cId="972836181" sldId="318"/>
            <ac:picMk id="1026" creationId="{3434DEEF-2CB4-4F40-9E39-A9CDDB393275}"/>
          </ac:picMkLst>
        </pc:picChg>
      </pc:sldChg>
      <pc:sldChg chg="del">
        <pc:chgData name="Asaf Gendler" userId="1afd4eae-2c10-43ce-b252-87f975bb669c" providerId="ADAL" clId="{3C21E0E4-DD16-40FD-9B43-5BEA7895454C}" dt="2020-04-14T16:47:47.324" v="4234" actId="47"/>
        <pc:sldMkLst>
          <pc:docMk/>
          <pc:sldMk cId="2508735286" sldId="320"/>
        </pc:sldMkLst>
      </pc:sldChg>
      <pc:sldChg chg="modSp mod delCm">
        <pc:chgData name="Asaf Gendler" userId="1afd4eae-2c10-43ce-b252-87f975bb669c" providerId="ADAL" clId="{3C21E0E4-DD16-40FD-9B43-5BEA7895454C}" dt="2020-04-15T12:12:42.873" v="7374" actId="1592"/>
        <pc:sldMkLst>
          <pc:docMk/>
          <pc:sldMk cId="1692422790" sldId="327"/>
        </pc:sldMkLst>
        <pc:spChg chg="mod">
          <ac:chgData name="Asaf Gendler" userId="1afd4eae-2c10-43ce-b252-87f975bb669c" providerId="ADAL" clId="{3C21E0E4-DD16-40FD-9B43-5BEA7895454C}" dt="2020-04-13T08:41:55.318" v="1594" actId="27636"/>
          <ac:spMkLst>
            <pc:docMk/>
            <pc:sldMk cId="1692422790" sldId="327"/>
            <ac:spMk id="2" creationId="{00000000-0000-0000-0000-000000000000}"/>
          </ac:spMkLst>
        </pc:spChg>
      </pc:sldChg>
      <pc:sldChg chg="modSp add del mod modAnim addCm delCm">
        <pc:chgData name="Asaf Gendler" userId="1afd4eae-2c10-43ce-b252-87f975bb669c" providerId="ADAL" clId="{3C21E0E4-DD16-40FD-9B43-5BEA7895454C}" dt="2020-04-16T14:22:31.342" v="8276" actId="47"/>
        <pc:sldMkLst>
          <pc:docMk/>
          <pc:sldMk cId="3375910200" sldId="328"/>
        </pc:sldMkLst>
        <pc:spChg chg="mod">
          <ac:chgData name="Asaf Gendler" userId="1afd4eae-2c10-43ce-b252-87f975bb669c" providerId="ADAL" clId="{3C21E0E4-DD16-40FD-9B43-5BEA7895454C}" dt="2020-04-13T08:42:03.908" v="1597" actId="20577"/>
          <ac:spMkLst>
            <pc:docMk/>
            <pc:sldMk cId="3375910200" sldId="328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6T14:06:52.168" v="8223" actId="20577"/>
          <ac:spMkLst>
            <pc:docMk/>
            <pc:sldMk cId="3375910200" sldId="328"/>
            <ac:spMk id="3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6T12:42:06.047" v="7921" actId="1076"/>
          <ac:spMkLst>
            <pc:docMk/>
            <pc:sldMk cId="3375910200" sldId="328"/>
            <ac:spMk id="13" creationId="{7E6A6590-5A15-489F-B09F-29D2E8492C4B}"/>
          </ac:spMkLst>
        </pc:spChg>
        <pc:picChg chg="mod">
          <ac:chgData name="Asaf Gendler" userId="1afd4eae-2c10-43ce-b252-87f975bb669c" providerId="ADAL" clId="{3C21E0E4-DD16-40FD-9B43-5BEA7895454C}" dt="2020-04-16T12:46:18.239" v="7971" actId="1076"/>
          <ac:picMkLst>
            <pc:docMk/>
            <pc:sldMk cId="3375910200" sldId="328"/>
            <ac:picMk id="5124" creationId="{0D4B7EB9-7412-44F8-8F72-15A81CAA5FEA}"/>
          </ac:picMkLst>
        </pc:picChg>
        <pc:cxnChg chg="mod">
          <ac:chgData name="Asaf Gendler" userId="1afd4eae-2c10-43ce-b252-87f975bb669c" providerId="ADAL" clId="{3C21E0E4-DD16-40FD-9B43-5BEA7895454C}" dt="2020-04-16T12:42:21.372" v="7929" actId="1076"/>
          <ac:cxnSpMkLst>
            <pc:docMk/>
            <pc:sldMk cId="3375910200" sldId="328"/>
            <ac:cxnSpMk id="14" creationId="{84C6CB34-31ED-4444-A37F-A7E94E62FA9D}"/>
          </ac:cxnSpMkLst>
        </pc:cxnChg>
      </pc:sldChg>
      <pc:sldChg chg="modSp mod">
        <pc:chgData name="Asaf Gendler" userId="1afd4eae-2c10-43ce-b252-87f975bb669c" providerId="ADAL" clId="{3C21E0E4-DD16-40FD-9B43-5BEA7895454C}" dt="2020-04-18T14:08:34.716" v="8529" actId="1036"/>
        <pc:sldMkLst>
          <pc:docMk/>
          <pc:sldMk cId="2393849039" sldId="330"/>
        </pc:sldMkLst>
        <pc:spChg chg="mod">
          <ac:chgData name="Asaf Gendler" userId="1afd4eae-2c10-43ce-b252-87f975bb669c" providerId="ADAL" clId="{3C21E0E4-DD16-40FD-9B43-5BEA7895454C}" dt="2020-04-12T13:25:50.553" v="233" actId="1076"/>
          <ac:spMkLst>
            <pc:docMk/>
            <pc:sldMk cId="2393849039" sldId="330"/>
            <ac:spMk id="40" creationId="{35BADEDF-2D1C-4E7A-9A95-D26C18E4FF0A}"/>
          </ac:spMkLst>
        </pc:spChg>
        <pc:grpChg chg="mod">
          <ac:chgData name="Asaf Gendler" userId="1afd4eae-2c10-43ce-b252-87f975bb669c" providerId="ADAL" clId="{3C21E0E4-DD16-40FD-9B43-5BEA7895454C}" dt="2020-04-18T14:08:16.536" v="8524" actId="1037"/>
          <ac:grpSpMkLst>
            <pc:docMk/>
            <pc:sldMk cId="2393849039" sldId="330"/>
            <ac:grpSpMk id="10" creationId="{A1654943-081F-40C3-9C0B-126737D61E33}"/>
          </ac:grpSpMkLst>
        </pc:grpChg>
        <pc:grpChg chg="mod">
          <ac:chgData name="Asaf Gendler" userId="1afd4eae-2c10-43ce-b252-87f975bb669c" providerId="ADAL" clId="{3C21E0E4-DD16-40FD-9B43-5BEA7895454C}" dt="2020-04-12T13:25:02.763" v="217" actId="1076"/>
          <ac:grpSpMkLst>
            <pc:docMk/>
            <pc:sldMk cId="2393849039" sldId="330"/>
            <ac:grpSpMk id="12" creationId="{320C4150-851C-4A8F-87AB-DCD385EF1C78}"/>
          </ac:grpSpMkLst>
        </pc:grpChg>
        <pc:grpChg chg="mod">
          <ac:chgData name="Asaf Gendler" userId="1afd4eae-2c10-43ce-b252-87f975bb669c" providerId="ADAL" clId="{3C21E0E4-DD16-40FD-9B43-5BEA7895454C}" dt="2020-04-12T13:25:02.593" v="216" actId="1076"/>
          <ac:grpSpMkLst>
            <pc:docMk/>
            <pc:sldMk cId="2393849039" sldId="330"/>
            <ac:grpSpMk id="16" creationId="{4883925C-924A-44EB-B29B-66B9F736F44C}"/>
          </ac:grpSpMkLst>
        </pc:grpChg>
        <pc:grpChg chg="mod">
          <ac:chgData name="Asaf Gendler" userId="1afd4eae-2c10-43ce-b252-87f975bb669c" providerId="ADAL" clId="{3C21E0E4-DD16-40FD-9B43-5BEA7895454C}" dt="2020-04-18T14:08:34.716" v="8529" actId="1036"/>
          <ac:grpSpMkLst>
            <pc:docMk/>
            <pc:sldMk cId="2393849039" sldId="330"/>
            <ac:grpSpMk id="20" creationId="{0239AFA4-B32A-42F9-B108-FD601FFB8560}"/>
          </ac:grpSpMkLst>
        </pc:grpChg>
        <pc:grpChg chg="mod">
          <ac:chgData name="Asaf Gendler" userId="1afd4eae-2c10-43ce-b252-87f975bb669c" providerId="ADAL" clId="{3C21E0E4-DD16-40FD-9B43-5BEA7895454C}" dt="2020-04-12T13:25:02.036" v="213" actId="1076"/>
          <ac:grpSpMkLst>
            <pc:docMk/>
            <pc:sldMk cId="2393849039" sldId="330"/>
            <ac:grpSpMk id="24" creationId="{17EFD798-A4DE-4EE1-842C-5FC2D7EF3EF5}"/>
          </ac:grpSpMkLst>
        </pc:grpChg>
        <pc:grpChg chg="mod">
          <ac:chgData name="Asaf Gendler" userId="1afd4eae-2c10-43ce-b252-87f975bb669c" providerId="ADAL" clId="{3C21E0E4-DD16-40FD-9B43-5BEA7895454C}" dt="2020-04-12T13:25:50.361" v="232" actId="1076"/>
          <ac:grpSpMkLst>
            <pc:docMk/>
            <pc:sldMk cId="2393849039" sldId="330"/>
            <ac:grpSpMk id="36" creationId="{516C2E73-83E4-4DFD-B666-E51BC0AD5CF2}"/>
          </ac:grpSpMkLst>
        </pc:grpChg>
        <pc:picChg chg="mod">
          <ac:chgData name="Asaf Gendler" userId="1afd4eae-2c10-43ce-b252-87f975bb669c" providerId="ADAL" clId="{3C21E0E4-DD16-40FD-9B43-5BEA7895454C}" dt="2020-04-18T14:08:27.992" v="8528" actId="1038"/>
          <ac:picMkLst>
            <pc:docMk/>
            <pc:sldMk cId="2393849039" sldId="330"/>
            <ac:picMk id="11" creationId="{C4A02543-214C-4273-9069-6310A6F0B1CC}"/>
          </ac:picMkLst>
        </pc:picChg>
        <pc:picChg chg="mod">
          <ac:chgData name="Asaf Gendler" userId="1afd4eae-2c10-43ce-b252-87f975bb669c" providerId="ADAL" clId="{3C21E0E4-DD16-40FD-9B43-5BEA7895454C}" dt="2020-04-12T13:25:02.763" v="217" actId="1076"/>
          <ac:picMkLst>
            <pc:docMk/>
            <pc:sldMk cId="2393849039" sldId="330"/>
            <ac:picMk id="15" creationId="{C28B2B04-0058-41C0-88FE-29072E7698AE}"/>
          </ac:picMkLst>
        </pc:picChg>
        <pc:picChg chg="mod">
          <ac:chgData name="Asaf Gendler" userId="1afd4eae-2c10-43ce-b252-87f975bb669c" providerId="ADAL" clId="{3C21E0E4-DD16-40FD-9B43-5BEA7895454C}" dt="2020-04-12T13:25:02.434" v="215" actId="1076"/>
          <ac:picMkLst>
            <pc:docMk/>
            <pc:sldMk cId="2393849039" sldId="330"/>
            <ac:picMk id="19" creationId="{085AEE63-77BF-48CF-80E1-C022A59564D7}"/>
          </ac:picMkLst>
        </pc:picChg>
        <pc:picChg chg="mod">
          <ac:chgData name="Asaf Gendler" userId="1afd4eae-2c10-43ce-b252-87f975bb669c" providerId="ADAL" clId="{3C21E0E4-DD16-40FD-9B43-5BEA7895454C}" dt="2020-04-18T14:08:34.716" v="8529" actId="1036"/>
          <ac:picMkLst>
            <pc:docMk/>
            <pc:sldMk cId="2393849039" sldId="330"/>
            <ac:picMk id="21" creationId="{695B7FAE-38FE-48E1-87E3-FDAE5DB8D754}"/>
          </ac:picMkLst>
        </pc:picChg>
        <pc:picChg chg="mod">
          <ac:chgData name="Asaf Gendler" userId="1afd4eae-2c10-43ce-b252-87f975bb669c" providerId="ADAL" clId="{3C21E0E4-DD16-40FD-9B43-5BEA7895454C}" dt="2020-04-12T13:25:02.241" v="214" actId="1076"/>
          <ac:picMkLst>
            <pc:docMk/>
            <pc:sldMk cId="2393849039" sldId="330"/>
            <ac:picMk id="23" creationId="{4330DCFB-8941-40E3-8193-A5F738C2BC02}"/>
          </ac:picMkLst>
        </pc:picChg>
        <pc:picChg chg="mod">
          <ac:chgData name="Asaf Gendler" userId="1afd4eae-2c10-43ce-b252-87f975bb669c" providerId="ADAL" clId="{3C21E0E4-DD16-40FD-9B43-5BEA7895454C}" dt="2020-04-12T13:25:02.036" v="213" actId="1076"/>
          <ac:picMkLst>
            <pc:docMk/>
            <pc:sldMk cId="2393849039" sldId="330"/>
            <ac:picMk id="27" creationId="{D11D4F5E-DBAD-42CE-B8EE-E44B0E1A771D}"/>
          </ac:picMkLst>
        </pc:picChg>
        <pc:picChg chg="mod">
          <ac:chgData name="Asaf Gendler" userId="1afd4eae-2c10-43ce-b252-87f975bb669c" providerId="ADAL" clId="{3C21E0E4-DD16-40FD-9B43-5BEA7895454C}" dt="2020-04-12T13:25:03.577" v="219" actId="1076"/>
          <ac:picMkLst>
            <pc:docMk/>
            <pc:sldMk cId="2393849039" sldId="330"/>
            <ac:picMk id="35" creationId="{27DCF729-42F6-4AD2-B82B-7A78C4A6442C}"/>
          </ac:picMkLst>
        </pc:picChg>
        <pc:picChg chg="mod">
          <ac:chgData name="Asaf Gendler" userId="1afd4eae-2c10-43ce-b252-87f975bb669c" providerId="ADAL" clId="{3C21E0E4-DD16-40FD-9B43-5BEA7895454C}" dt="2020-04-12T13:25:50.361" v="232" actId="1076"/>
          <ac:picMkLst>
            <pc:docMk/>
            <pc:sldMk cId="2393849039" sldId="330"/>
            <ac:picMk id="37" creationId="{5B660D36-4920-4537-A608-BDCEB1B6DD74}"/>
          </ac:picMkLst>
        </pc:picChg>
        <pc:picChg chg="mod">
          <ac:chgData name="Asaf Gendler" userId="1afd4eae-2c10-43ce-b252-87f975bb669c" providerId="ADAL" clId="{3C21E0E4-DD16-40FD-9B43-5BEA7895454C}" dt="2020-04-12T13:25:03.184" v="218" actId="1076"/>
          <ac:picMkLst>
            <pc:docMk/>
            <pc:sldMk cId="2393849039" sldId="330"/>
            <ac:picMk id="2058" creationId="{CBB2AAD9-F0C9-4610-B738-1B824219BD73}"/>
          </ac:picMkLst>
        </pc:picChg>
      </pc:sldChg>
      <pc:sldChg chg="modSp mod addCm delCm">
        <pc:chgData name="Asaf Gendler" userId="1afd4eae-2c10-43ce-b252-87f975bb669c" providerId="ADAL" clId="{3C21E0E4-DD16-40FD-9B43-5BEA7895454C}" dt="2020-04-18T14:18:59.463" v="8532" actId="1592"/>
        <pc:sldMkLst>
          <pc:docMk/>
          <pc:sldMk cId="1400313972" sldId="331"/>
        </pc:sldMkLst>
        <pc:spChg chg="mod">
          <ac:chgData name="Asaf Gendler" userId="1afd4eae-2c10-43ce-b252-87f975bb669c" providerId="ADAL" clId="{3C21E0E4-DD16-40FD-9B43-5BEA7895454C}" dt="2020-04-14T16:20:42.177" v="3952" actId="113"/>
          <ac:spMkLst>
            <pc:docMk/>
            <pc:sldMk cId="1400313972" sldId="331"/>
            <ac:spMk id="7" creationId="{00000000-0000-0000-0000-000000000000}"/>
          </ac:spMkLst>
        </pc:spChg>
      </pc:sldChg>
      <pc:sldChg chg="addSp delSp modSp mod modAnim addCm delCm">
        <pc:chgData name="Asaf Gendler" userId="1afd4eae-2c10-43ce-b252-87f975bb669c" providerId="ADAL" clId="{3C21E0E4-DD16-40FD-9B43-5BEA7895454C}" dt="2020-04-18T15:25:30.958" v="8533" actId="1592"/>
        <pc:sldMkLst>
          <pc:docMk/>
          <pc:sldMk cId="1443450309" sldId="333"/>
        </pc:sldMkLst>
        <pc:spChg chg="mod">
          <ac:chgData name="Asaf Gendler" userId="1afd4eae-2c10-43ce-b252-87f975bb669c" providerId="ADAL" clId="{3C21E0E4-DD16-40FD-9B43-5BEA7895454C}" dt="2020-04-14T17:39:27.523" v="4949"/>
          <ac:spMkLst>
            <pc:docMk/>
            <pc:sldMk cId="1443450309" sldId="333"/>
            <ac:spMk id="2" creationId="{00000000-0000-0000-0000-000000000000}"/>
          </ac:spMkLst>
        </pc:spChg>
        <pc:spChg chg="del mod">
          <ac:chgData name="Asaf Gendler" userId="1afd4eae-2c10-43ce-b252-87f975bb669c" providerId="ADAL" clId="{3C21E0E4-DD16-40FD-9B43-5BEA7895454C}" dt="2020-04-14T17:39:10.321" v="4948" actId="478"/>
          <ac:spMkLst>
            <pc:docMk/>
            <pc:sldMk cId="1443450309" sldId="333"/>
            <ac:spMk id="3" creationId="{E87A0371-BDDA-4227-84A4-4821051111D2}"/>
          </ac:spMkLst>
        </pc:spChg>
        <pc:spChg chg="mod">
          <ac:chgData name="Asaf Gendler" userId="1afd4eae-2c10-43ce-b252-87f975bb669c" providerId="ADAL" clId="{3C21E0E4-DD16-40FD-9B43-5BEA7895454C}" dt="2020-04-14T17:44:00.673" v="5076" actId="20577"/>
          <ac:spMkLst>
            <pc:docMk/>
            <pc:sldMk cId="1443450309" sldId="333"/>
            <ac:spMk id="7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4T17:41:47.851" v="5039" actId="1076"/>
          <ac:spMkLst>
            <pc:docMk/>
            <pc:sldMk cId="1443450309" sldId="333"/>
            <ac:spMk id="9" creationId="{1176EE29-C936-47D0-B3F2-55BD432D91CD}"/>
          </ac:spMkLst>
        </pc:spChg>
        <pc:spChg chg="mod">
          <ac:chgData name="Asaf Gendler" userId="1afd4eae-2c10-43ce-b252-87f975bb669c" providerId="ADAL" clId="{3C21E0E4-DD16-40FD-9B43-5BEA7895454C}" dt="2020-04-14T17:41:41.474" v="5035" actId="1076"/>
          <ac:spMkLst>
            <pc:docMk/>
            <pc:sldMk cId="1443450309" sldId="333"/>
            <ac:spMk id="11" creationId="{637C9225-5CCA-47BE-8243-00DE3874B069}"/>
          </ac:spMkLst>
        </pc:spChg>
        <pc:spChg chg="mod">
          <ac:chgData name="Asaf Gendler" userId="1afd4eae-2c10-43ce-b252-87f975bb669c" providerId="ADAL" clId="{3C21E0E4-DD16-40FD-9B43-5BEA7895454C}" dt="2020-04-14T17:41:29.084" v="5031" actId="1076"/>
          <ac:spMkLst>
            <pc:docMk/>
            <pc:sldMk cId="1443450309" sldId="333"/>
            <ac:spMk id="13" creationId="{B5E0BCC6-1A41-4CCA-98F7-0E0716824DEA}"/>
          </ac:spMkLst>
        </pc:spChg>
        <pc:grpChg chg="add mod">
          <ac:chgData name="Asaf Gendler" userId="1afd4eae-2c10-43ce-b252-87f975bb669c" providerId="ADAL" clId="{3C21E0E4-DD16-40FD-9B43-5BEA7895454C}" dt="2020-04-14T17:41:45.110" v="5038" actId="404"/>
          <ac:grpSpMkLst>
            <pc:docMk/>
            <pc:sldMk cId="1443450309" sldId="333"/>
            <ac:grpSpMk id="6" creationId="{FB93F2CE-4B7E-485D-A2BF-2B975F1B09FA}"/>
          </ac:grpSpMkLst>
        </pc:grpChg>
        <pc:grpChg chg="mod">
          <ac:chgData name="Asaf Gendler" userId="1afd4eae-2c10-43ce-b252-87f975bb669c" providerId="ADAL" clId="{3C21E0E4-DD16-40FD-9B43-5BEA7895454C}" dt="2020-04-14T17:41:35.361" v="5034" actId="404"/>
          <ac:grpSpMkLst>
            <pc:docMk/>
            <pc:sldMk cId="1443450309" sldId="333"/>
            <ac:grpSpMk id="8" creationId="{627BFCEE-59C7-4915-8D5C-0D317634E898}"/>
          </ac:grpSpMkLst>
        </pc:grpChg>
        <pc:picChg chg="del mod">
          <ac:chgData name="Asaf Gendler" userId="1afd4eae-2c10-43ce-b252-87f975bb669c" providerId="ADAL" clId="{3C21E0E4-DD16-40FD-9B43-5BEA7895454C}" dt="2020-04-12T21:06:31.448" v="1322" actId="478"/>
          <ac:picMkLst>
            <pc:docMk/>
            <pc:sldMk cId="1443450309" sldId="333"/>
            <ac:picMk id="10" creationId="{804F2C1F-D306-4652-A240-7FB1B7178C1C}"/>
          </ac:picMkLst>
        </pc:picChg>
        <pc:picChg chg="add del mod modCrop">
          <ac:chgData name="Asaf Gendler" userId="1afd4eae-2c10-43ce-b252-87f975bb669c" providerId="ADAL" clId="{3C21E0E4-DD16-40FD-9B43-5BEA7895454C}" dt="2020-04-16T15:03:52.596" v="8482" actId="21"/>
          <ac:picMkLst>
            <pc:docMk/>
            <pc:sldMk cId="1443450309" sldId="333"/>
            <ac:picMk id="18" creationId="{639371CA-D5DA-411C-84F7-A6EFB7DE8D4D}"/>
          </ac:picMkLst>
        </pc:picChg>
        <pc:picChg chg="add del mod modCrop">
          <ac:chgData name="Asaf Gendler" userId="1afd4eae-2c10-43ce-b252-87f975bb669c" providerId="ADAL" clId="{3C21E0E4-DD16-40FD-9B43-5BEA7895454C}" dt="2020-04-16T15:04:31.018" v="8489" actId="21"/>
          <ac:picMkLst>
            <pc:docMk/>
            <pc:sldMk cId="1443450309" sldId="333"/>
            <ac:picMk id="19" creationId="{620F0CAB-8DFF-4D16-8A0C-F373ADC3748F}"/>
          </ac:picMkLst>
        </pc:picChg>
      </pc:sldChg>
      <pc:sldChg chg="addSp delSp modSp mod modAnim addCm delCm modNotesTx">
        <pc:chgData name="Asaf Gendler" userId="1afd4eae-2c10-43ce-b252-87f975bb669c" providerId="ADAL" clId="{3C21E0E4-DD16-40FD-9B43-5BEA7895454C}" dt="2020-04-16T13:00:20.344" v="7977" actId="14100"/>
        <pc:sldMkLst>
          <pc:docMk/>
          <pc:sldMk cId="3746882807" sldId="335"/>
        </pc:sldMkLst>
        <pc:spChg chg="mod">
          <ac:chgData name="Asaf Gendler" userId="1afd4eae-2c10-43ce-b252-87f975bb669c" providerId="ADAL" clId="{3C21E0E4-DD16-40FD-9B43-5BEA7895454C}" dt="2020-04-14T21:43:56.225" v="6732" actId="20577"/>
          <ac:spMkLst>
            <pc:docMk/>
            <pc:sldMk cId="3746882807" sldId="335"/>
            <ac:spMk id="7" creationId="{00000000-0000-0000-0000-000000000000}"/>
          </ac:spMkLst>
        </pc:spChg>
        <pc:picChg chg="del">
          <ac:chgData name="Asaf Gendler" userId="1afd4eae-2c10-43ce-b252-87f975bb669c" providerId="ADAL" clId="{3C21E0E4-DD16-40FD-9B43-5BEA7895454C}" dt="2020-04-12T14:44:25.796" v="885" actId="478"/>
          <ac:picMkLst>
            <pc:docMk/>
            <pc:sldMk cId="3746882807" sldId="335"/>
            <ac:picMk id="3" creationId="{00000000-0000-0000-0000-000000000000}"/>
          </ac:picMkLst>
        </pc:picChg>
        <pc:picChg chg="add mod">
          <ac:chgData name="Asaf Gendler" userId="1afd4eae-2c10-43ce-b252-87f975bb669c" providerId="ADAL" clId="{3C21E0E4-DD16-40FD-9B43-5BEA7895454C}" dt="2020-04-16T13:00:20.344" v="7977" actId="14100"/>
          <ac:picMkLst>
            <pc:docMk/>
            <pc:sldMk cId="3746882807" sldId="335"/>
            <ac:picMk id="3" creationId="{9B91CA82-D4FF-4FBA-B081-8825B0326B20}"/>
          </ac:picMkLst>
        </pc:picChg>
        <pc:picChg chg="add mod">
          <ac:chgData name="Asaf Gendler" userId="1afd4eae-2c10-43ce-b252-87f975bb669c" providerId="ADAL" clId="{3C21E0E4-DD16-40FD-9B43-5BEA7895454C}" dt="2020-04-13T10:47:22.203" v="2928" actId="1076"/>
          <ac:picMkLst>
            <pc:docMk/>
            <pc:sldMk cId="3746882807" sldId="335"/>
            <ac:picMk id="9" creationId="{F6FB0C73-4752-4D8F-9158-7714ADE7A6BA}"/>
          </ac:picMkLst>
        </pc:picChg>
        <pc:picChg chg="add del mod">
          <ac:chgData name="Asaf Gendler" userId="1afd4eae-2c10-43ce-b252-87f975bb669c" providerId="ADAL" clId="{3C21E0E4-DD16-40FD-9B43-5BEA7895454C}" dt="2020-04-12T14:44:26.609" v="886" actId="478"/>
          <ac:picMkLst>
            <pc:docMk/>
            <pc:sldMk cId="3746882807" sldId="335"/>
            <ac:picMk id="2050" creationId="{08CEC064-0EDF-47DE-83E6-4814CB3ECC28}"/>
          </ac:picMkLst>
        </pc:picChg>
        <pc:picChg chg="add mod">
          <ac:chgData name="Asaf Gendler" userId="1afd4eae-2c10-43ce-b252-87f975bb669c" providerId="ADAL" clId="{3C21E0E4-DD16-40FD-9B43-5BEA7895454C}" dt="2020-04-13T10:47:20.726" v="2927" actId="1076"/>
          <ac:picMkLst>
            <pc:docMk/>
            <pc:sldMk cId="3746882807" sldId="335"/>
            <ac:picMk id="2052" creationId="{4E0A235D-934D-4508-A3AA-10A876F874AA}"/>
          </ac:picMkLst>
        </pc:picChg>
        <pc:picChg chg="del mod">
          <ac:chgData name="Asaf Gendler" userId="1afd4eae-2c10-43ce-b252-87f975bb669c" providerId="ADAL" clId="{3C21E0E4-DD16-40FD-9B43-5BEA7895454C}" dt="2020-04-12T14:44:27.061" v="887" actId="478"/>
          <ac:picMkLst>
            <pc:docMk/>
            <pc:sldMk cId="3746882807" sldId="335"/>
            <ac:picMk id="12292" creationId="{FDF559DC-F1A2-4A22-9117-D14AA8F9C74B}"/>
          </ac:picMkLst>
        </pc:picChg>
      </pc:sldChg>
      <pc:sldChg chg="del">
        <pc:chgData name="Asaf Gendler" userId="1afd4eae-2c10-43ce-b252-87f975bb669c" providerId="ADAL" clId="{3C21E0E4-DD16-40FD-9B43-5BEA7895454C}" dt="2020-04-12T15:09:06.161" v="909" actId="47"/>
        <pc:sldMkLst>
          <pc:docMk/>
          <pc:sldMk cId="3378051878" sldId="336"/>
        </pc:sldMkLst>
      </pc:sldChg>
      <pc:sldChg chg="del">
        <pc:chgData name="Asaf Gendler" userId="1afd4eae-2c10-43ce-b252-87f975bb669c" providerId="ADAL" clId="{3C21E0E4-DD16-40FD-9B43-5BEA7895454C}" dt="2020-04-12T15:12:44.304" v="963" actId="47"/>
        <pc:sldMkLst>
          <pc:docMk/>
          <pc:sldMk cId="583717842" sldId="337"/>
        </pc:sldMkLst>
      </pc:sldChg>
      <pc:sldChg chg="modSp mod">
        <pc:chgData name="Asaf Gendler" userId="1afd4eae-2c10-43ce-b252-87f975bb669c" providerId="ADAL" clId="{3C21E0E4-DD16-40FD-9B43-5BEA7895454C}" dt="2020-04-16T13:03:53.233" v="7988" actId="20577"/>
        <pc:sldMkLst>
          <pc:docMk/>
          <pc:sldMk cId="393111823" sldId="338"/>
        </pc:sldMkLst>
        <pc:spChg chg="mod">
          <ac:chgData name="Asaf Gendler" userId="1afd4eae-2c10-43ce-b252-87f975bb669c" providerId="ADAL" clId="{3C21E0E4-DD16-40FD-9B43-5BEA7895454C}" dt="2020-04-13T08:44:50.924" v="1708" actId="20577"/>
          <ac:spMkLst>
            <pc:docMk/>
            <pc:sldMk cId="393111823" sldId="338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6T13:03:53.233" v="7988" actId="20577"/>
          <ac:spMkLst>
            <pc:docMk/>
            <pc:sldMk cId="393111823" sldId="338"/>
            <ac:spMk id="4" creationId="{96F14F65-8037-4126-867D-8C52928F4E0F}"/>
          </ac:spMkLst>
        </pc:spChg>
      </pc:sldChg>
      <pc:sldChg chg="addSp modSp mod modAnim">
        <pc:chgData name="Asaf Gendler" userId="1afd4eae-2c10-43ce-b252-87f975bb669c" providerId="ADAL" clId="{3C21E0E4-DD16-40FD-9B43-5BEA7895454C}" dt="2020-04-13T10:55:09.101" v="2992"/>
        <pc:sldMkLst>
          <pc:docMk/>
          <pc:sldMk cId="2524312730" sldId="339"/>
        </pc:sldMkLst>
        <pc:spChg chg="mod">
          <ac:chgData name="Asaf Gendler" userId="1afd4eae-2c10-43ce-b252-87f975bb669c" providerId="ADAL" clId="{3C21E0E4-DD16-40FD-9B43-5BEA7895454C}" dt="2020-04-13T08:45:50.628" v="1749" actId="20577"/>
          <ac:spMkLst>
            <pc:docMk/>
            <pc:sldMk cId="2524312730" sldId="339"/>
            <ac:spMk id="2" creationId="{00000000-0000-0000-0000-000000000000}"/>
          </ac:spMkLst>
        </pc:spChg>
        <pc:picChg chg="add mod">
          <ac:chgData name="Asaf Gendler" userId="1afd4eae-2c10-43ce-b252-87f975bb669c" providerId="ADAL" clId="{3C21E0E4-DD16-40FD-9B43-5BEA7895454C}" dt="2020-04-13T08:39:52.700" v="1569" actId="27614"/>
          <ac:picMkLst>
            <pc:docMk/>
            <pc:sldMk cId="2524312730" sldId="339"/>
            <ac:picMk id="4" creationId="{D8E2FE9E-5539-4476-8B70-595E43FEDE15}"/>
          </ac:picMkLst>
        </pc:picChg>
      </pc:sldChg>
      <pc:sldChg chg="addSp modSp mod modAnim delCm modCm">
        <pc:chgData name="Asaf Gendler" userId="1afd4eae-2c10-43ce-b252-87f975bb669c" providerId="ADAL" clId="{3C21E0E4-DD16-40FD-9B43-5BEA7895454C}" dt="2020-04-15T16:58:30.957" v="7480" actId="1592"/>
        <pc:sldMkLst>
          <pc:docMk/>
          <pc:sldMk cId="144797417" sldId="340"/>
        </pc:sldMkLst>
        <pc:spChg chg="mod">
          <ac:chgData name="Asaf Gendler" userId="1afd4eae-2c10-43ce-b252-87f975bb669c" providerId="ADAL" clId="{3C21E0E4-DD16-40FD-9B43-5BEA7895454C}" dt="2020-04-13T08:45:58.781" v="1756" actId="20577"/>
          <ac:spMkLst>
            <pc:docMk/>
            <pc:sldMk cId="144797417" sldId="340"/>
            <ac:spMk id="2" creationId="{00000000-0000-0000-0000-000000000000}"/>
          </ac:spMkLst>
        </pc:spChg>
        <pc:picChg chg="add mod">
          <ac:chgData name="Asaf Gendler" userId="1afd4eae-2c10-43ce-b252-87f975bb669c" providerId="ADAL" clId="{3C21E0E4-DD16-40FD-9B43-5BEA7895454C}" dt="2020-04-15T11:45:53.191" v="6750" actId="1076"/>
          <ac:picMkLst>
            <pc:docMk/>
            <pc:sldMk cId="144797417" sldId="340"/>
            <ac:picMk id="4" creationId="{FB41F025-19A6-45BF-9EBE-17E24B199195}"/>
          </ac:picMkLst>
        </pc:picChg>
      </pc:sldChg>
      <pc:sldChg chg="addSp delSp modSp mod modNotesTx">
        <pc:chgData name="Asaf Gendler" userId="1afd4eae-2c10-43ce-b252-87f975bb669c" providerId="ADAL" clId="{3C21E0E4-DD16-40FD-9B43-5BEA7895454C}" dt="2020-04-14T20:19:00.010" v="5443" actId="1076"/>
        <pc:sldMkLst>
          <pc:docMk/>
          <pc:sldMk cId="1174263417" sldId="341"/>
        </pc:sldMkLst>
        <pc:spChg chg="mod">
          <ac:chgData name="Asaf Gendler" userId="1afd4eae-2c10-43ce-b252-87f975bb669c" providerId="ADAL" clId="{3C21E0E4-DD16-40FD-9B43-5BEA7895454C}" dt="2020-04-13T10:54:07.053" v="2984" actId="1076"/>
          <ac:spMkLst>
            <pc:docMk/>
            <pc:sldMk cId="1174263417" sldId="341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3T10:54:10.229" v="2985" actId="1076"/>
          <ac:spMkLst>
            <pc:docMk/>
            <pc:sldMk cId="1174263417" sldId="341"/>
            <ac:spMk id="4" creationId="{96F14F65-8037-4126-867D-8C52928F4E0F}"/>
          </ac:spMkLst>
        </pc:spChg>
        <pc:picChg chg="add del mod">
          <ac:chgData name="Asaf Gendler" userId="1afd4eae-2c10-43ce-b252-87f975bb669c" providerId="ADAL" clId="{3C21E0E4-DD16-40FD-9B43-5BEA7895454C}" dt="2020-04-13T08:34:55.380" v="1487" actId="478"/>
          <ac:picMkLst>
            <pc:docMk/>
            <pc:sldMk cId="1174263417" sldId="341"/>
            <ac:picMk id="6" creationId="{585A8D79-6BA4-4B38-A151-79C44CF5531A}"/>
          </ac:picMkLst>
        </pc:picChg>
        <pc:picChg chg="add mod modCrop">
          <ac:chgData name="Asaf Gendler" userId="1afd4eae-2c10-43ce-b252-87f975bb669c" providerId="ADAL" clId="{3C21E0E4-DD16-40FD-9B43-5BEA7895454C}" dt="2020-04-14T20:19:00.010" v="5443" actId="1076"/>
          <ac:picMkLst>
            <pc:docMk/>
            <pc:sldMk cId="1174263417" sldId="341"/>
            <ac:picMk id="8" creationId="{F00435BF-AED3-49EA-9946-2FBAE7AA58D1}"/>
          </ac:picMkLst>
        </pc:picChg>
        <pc:picChg chg="add del mod modCrop">
          <ac:chgData name="Asaf Gendler" userId="1afd4eae-2c10-43ce-b252-87f975bb669c" providerId="ADAL" clId="{3C21E0E4-DD16-40FD-9B43-5BEA7895454C}" dt="2020-04-14T20:18:54.496" v="5438" actId="478"/>
          <ac:picMkLst>
            <pc:docMk/>
            <pc:sldMk cId="1174263417" sldId="341"/>
            <ac:picMk id="10" creationId="{7AF2B18B-7481-47E9-89AA-1C52624010C3}"/>
          </ac:picMkLst>
        </pc:picChg>
      </pc:sldChg>
      <pc:sldChg chg="addSp delSp modSp add mod delAnim modAnim">
        <pc:chgData name="Asaf Gendler" userId="1afd4eae-2c10-43ce-b252-87f975bb669c" providerId="ADAL" clId="{3C21E0E4-DD16-40FD-9B43-5BEA7895454C}" dt="2020-04-15T17:06:29.304" v="7500"/>
        <pc:sldMkLst>
          <pc:docMk/>
          <pc:sldMk cId="951354595" sldId="343"/>
        </pc:sldMkLst>
        <pc:spChg chg="mod">
          <ac:chgData name="Asaf Gendler" userId="1afd4eae-2c10-43ce-b252-87f975bb669c" providerId="ADAL" clId="{3C21E0E4-DD16-40FD-9B43-5BEA7895454C}" dt="2020-04-13T10:51:42.443" v="2949" actId="20577"/>
          <ac:spMkLst>
            <pc:docMk/>
            <pc:sldMk cId="951354595" sldId="343"/>
            <ac:spMk id="2" creationId="{00000000-0000-0000-0000-000000000000}"/>
          </ac:spMkLst>
        </pc:spChg>
        <pc:spChg chg="add mod">
          <ac:chgData name="Asaf Gendler" userId="1afd4eae-2c10-43ce-b252-87f975bb669c" providerId="ADAL" clId="{3C21E0E4-DD16-40FD-9B43-5BEA7895454C}" dt="2020-04-14T18:53:49.083" v="5409" actId="1076"/>
          <ac:spMkLst>
            <pc:docMk/>
            <pc:sldMk cId="951354595" sldId="343"/>
            <ac:spMk id="3" creationId="{D161D2B8-9C5C-43FC-8821-6AF22BAE4819}"/>
          </ac:spMkLst>
        </pc:spChg>
        <pc:picChg chg="add del mod">
          <ac:chgData name="Asaf Gendler" userId="1afd4eae-2c10-43ce-b252-87f975bb669c" providerId="ADAL" clId="{3C21E0E4-DD16-40FD-9B43-5BEA7895454C}" dt="2020-04-13T09:10:13.331" v="1761" actId="478"/>
          <ac:picMkLst>
            <pc:docMk/>
            <pc:sldMk cId="951354595" sldId="343"/>
            <ac:picMk id="3" creationId="{B29EFE89-8960-4E23-90B4-6D6AA02293D2}"/>
          </ac:picMkLst>
        </pc:picChg>
        <pc:picChg chg="add del mod">
          <ac:chgData name="Asaf Gendler" userId="1afd4eae-2c10-43ce-b252-87f975bb669c" providerId="ADAL" clId="{3C21E0E4-DD16-40FD-9B43-5BEA7895454C}" dt="2020-04-14T18:52:58.643" v="5399" actId="478"/>
          <ac:picMkLst>
            <pc:docMk/>
            <pc:sldMk cId="951354595" sldId="343"/>
            <ac:picMk id="4" creationId="{E8AF93F0-3C98-423B-A51E-879E06DEF4C1}"/>
          </ac:picMkLst>
        </pc:picChg>
        <pc:picChg chg="del">
          <ac:chgData name="Asaf Gendler" userId="1afd4eae-2c10-43ce-b252-87f975bb669c" providerId="ADAL" clId="{3C21E0E4-DD16-40FD-9B43-5BEA7895454C}" dt="2020-04-11T17:46:45.041" v="15" actId="478"/>
          <ac:picMkLst>
            <pc:docMk/>
            <pc:sldMk cId="951354595" sldId="343"/>
            <ac:picMk id="4" creationId="{F3F5E468-6682-4E66-A625-2D6A27E056E8}"/>
          </ac:picMkLst>
        </pc:picChg>
        <pc:picChg chg="add del mod">
          <ac:chgData name="Asaf Gendler" userId="1afd4eae-2c10-43ce-b252-87f975bb669c" providerId="ADAL" clId="{3C21E0E4-DD16-40FD-9B43-5BEA7895454C}" dt="2020-04-13T09:17:41.043" v="1781" actId="478"/>
          <ac:picMkLst>
            <pc:docMk/>
            <pc:sldMk cId="951354595" sldId="343"/>
            <ac:picMk id="6" creationId="{36B05943-A1AF-4386-AE66-E49795665578}"/>
          </ac:picMkLst>
        </pc:picChg>
        <pc:picChg chg="add mod">
          <ac:chgData name="Asaf Gendler" userId="1afd4eae-2c10-43ce-b252-87f975bb669c" providerId="ADAL" clId="{3C21E0E4-DD16-40FD-9B43-5BEA7895454C}" dt="2020-04-14T18:53:42.565" v="5408" actId="1076"/>
          <ac:picMkLst>
            <pc:docMk/>
            <pc:sldMk cId="951354595" sldId="343"/>
            <ac:picMk id="6" creationId="{87611D19-FC23-4D83-BB3A-322F0CA68AAC}"/>
          </ac:picMkLst>
        </pc:picChg>
      </pc:sldChg>
      <pc:sldChg chg="addSp delSp modSp add mod">
        <pc:chgData name="Asaf Gendler" userId="1afd4eae-2c10-43ce-b252-87f975bb669c" providerId="ADAL" clId="{3C21E0E4-DD16-40FD-9B43-5BEA7895454C}" dt="2020-04-14T16:50:04.418" v="4317" actId="1076"/>
        <pc:sldMkLst>
          <pc:docMk/>
          <pc:sldMk cId="2244575752" sldId="344"/>
        </pc:sldMkLst>
        <pc:spChg chg="mod">
          <ac:chgData name="Asaf Gendler" userId="1afd4eae-2c10-43ce-b252-87f975bb669c" providerId="ADAL" clId="{3C21E0E4-DD16-40FD-9B43-5BEA7895454C}" dt="2020-04-13T08:42:56.406" v="1630" actId="313"/>
          <ac:spMkLst>
            <pc:docMk/>
            <pc:sldMk cId="2244575752" sldId="344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4T16:50:01.236" v="4316" actId="27636"/>
          <ac:spMkLst>
            <pc:docMk/>
            <pc:sldMk cId="2244575752" sldId="344"/>
            <ac:spMk id="7" creationId="{00000000-0000-0000-0000-000000000000}"/>
          </ac:spMkLst>
        </pc:spChg>
        <pc:picChg chg="add del">
          <ac:chgData name="Asaf Gendler" userId="1afd4eae-2c10-43ce-b252-87f975bb669c" providerId="ADAL" clId="{3C21E0E4-DD16-40FD-9B43-5BEA7895454C}" dt="2020-04-12T13:37:14.883" v="338" actId="478"/>
          <ac:picMkLst>
            <pc:docMk/>
            <pc:sldMk cId="2244575752" sldId="344"/>
            <ac:picMk id="4" creationId="{00000000-0000-0000-0000-000000000000}"/>
          </ac:picMkLst>
        </pc:picChg>
        <pc:picChg chg="mod">
          <ac:chgData name="Asaf Gendler" userId="1afd4eae-2c10-43ce-b252-87f975bb669c" providerId="ADAL" clId="{3C21E0E4-DD16-40FD-9B43-5BEA7895454C}" dt="2020-04-14T16:50:04.418" v="4317" actId="1076"/>
          <ac:picMkLst>
            <pc:docMk/>
            <pc:sldMk cId="2244575752" sldId="344"/>
            <ac:picMk id="8" creationId="{00000000-0000-0000-0000-000000000000}"/>
          </ac:picMkLst>
        </pc:picChg>
      </pc:sldChg>
      <pc:sldChg chg="modSp add del">
        <pc:chgData name="Asaf Gendler" userId="1afd4eae-2c10-43ce-b252-87f975bb669c" providerId="ADAL" clId="{3C21E0E4-DD16-40FD-9B43-5BEA7895454C}" dt="2020-04-12T13:28:33.945" v="262" actId="47"/>
        <pc:sldMkLst>
          <pc:docMk/>
          <pc:sldMk cId="3167829632" sldId="344"/>
        </pc:sldMkLst>
        <pc:picChg chg="mod">
          <ac:chgData name="Asaf Gendler" userId="1afd4eae-2c10-43ce-b252-87f975bb669c" providerId="ADAL" clId="{3C21E0E4-DD16-40FD-9B43-5BEA7895454C}" dt="2020-04-12T13:14:10.721" v="113" actId="1076"/>
          <ac:picMkLst>
            <pc:docMk/>
            <pc:sldMk cId="3167829632" sldId="344"/>
            <ac:picMk id="5122" creationId="{00000000-0000-0000-0000-000000000000}"/>
          </ac:picMkLst>
        </pc:picChg>
      </pc:sldChg>
      <pc:sldChg chg="addSp delSp modSp add mod delAnim modAnim">
        <pc:chgData name="Asaf Gendler" userId="1afd4eae-2c10-43ce-b252-87f975bb669c" providerId="ADAL" clId="{3C21E0E4-DD16-40FD-9B43-5BEA7895454C}" dt="2020-04-14T17:32:09.239" v="4825" actId="6549"/>
        <pc:sldMkLst>
          <pc:docMk/>
          <pc:sldMk cId="3394805459" sldId="345"/>
        </pc:sldMkLst>
        <pc:spChg chg="mod">
          <ac:chgData name="Asaf Gendler" userId="1afd4eae-2c10-43ce-b252-87f975bb669c" providerId="ADAL" clId="{3C21E0E4-DD16-40FD-9B43-5BEA7895454C}" dt="2020-04-13T08:43:15.881" v="1652" actId="313"/>
          <ac:spMkLst>
            <pc:docMk/>
            <pc:sldMk cId="3394805459" sldId="345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4T17:32:09.239" v="4825" actId="6549"/>
          <ac:spMkLst>
            <pc:docMk/>
            <pc:sldMk cId="3394805459" sldId="345"/>
            <ac:spMk id="7" creationId="{00000000-0000-0000-0000-000000000000}"/>
          </ac:spMkLst>
        </pc:spChg>
        <pc:spChg chg="add mod">
          <ac:chgData name="Asaf Gendler" userId="1afd4eae-2c10-43ce-b252-87f975bb669c" providerId="ADAL" clId="{3C21E0E4-DD16-40FD-9B43-5BEA7895454C}" dt="2020-04-12T14:04:55.161" v="645" actId="1035"/>
          <ac:spMkLst>
            <pc:docMk/>
            <pc:sldMk cId="3394805459" sldId="345"/>
            <ac:spMk id="10" creationId="{00719842-24A2-460E-8653-8BFFE18CCA62}"/>
          </ac:spMkLst>
        </pc:spChg>
        <pc:graphicFrameChg chg="add del modGraphic">
          <ac:chgData name="Asaf Gendler" userId="1afd4eae-2c10-43ce-b252-87f975bb669c" providerId="ADAL" clId="{3C21E0E4-DD16-40FD-9B43-5BEA7895454C}" dt="2020-04-12T13:56:09.403" v="523" actId="3680"/>
          <ac:graphicFrameMkLst>
            <pc:docMk/>
            <pc:sldMk cId="3394805459" sldId="345"/>
            <ac:graphicFrameMk id="3" creationId="{211FB189-52EB-4A34-AF00-02737D6AC53D}"/>
          </ac:graphicFrameMkLst>
        </pc:graphicFrameChg>
        <pc:graphicFrameChg chg="add mod modGraphic">
          <ac:chgData name="Asaf Gendler" userId="1afd4eae-2c10-43ce-b252-87f975bb669c" providerId="ADAL" clId="{3C21E0E4-DD16-40FD-9B43-5BEA7895454C}" dt="2020-04-14T16:54:27.209" v="4484" actId="20577"/>
          <ac:graphicFrameMkLst>
            <pc:docMk/>
            <pc:sldMk cId="3394805459" sldId="345"/>
            <ac:graphicFrameMk id="6" creationId="{EE079AA3-D18F-4A81-B61C-7356B70FDC40}"/>
          </ac:graphicFrameMkLst>
        </pc:graphicFrameChg>
        <pc:picChg chg="mod">
          <ac:chgData name="Asaf Gendler" userId="1afd4eae-2c10-43ce-b252-87f975bb669c" providerId="ADAL" clId="{3C21E0E4-DD16-40FD-9B43-5BEA7895454C}" dt="2020-04-12T13:50:38.356" v="515" actId="1076"/>
          <ac:picMkLst>
            <pc:docMk/>
            <pc:sldMk cId="3394805459" sldId="345"/>
            <ac:picMk id="8" creationId="{00000000-0000-0000-0000-000000000000}"/>
          </ac:picMkLst>
        </pc:picChg>
        <pc:picChg chg="add del">
          <ac:chgData name="Asaf Gendler" userId="1afd4eae-2c10-43ce-b252-87f975bb669c" providerId="ADAL" clId="{3C21E0E4-DD16-40FD-9B43-5BEA7895454C}" dt="2020-04-12T14:05:40.843" v="648"/>
          <ac:picMkLst>
            <pc:docMk/>
            <pc:sldMk cId="3394805459" sldId="345"/>
            <ac:picMk id="11" creationId="{0ACB29C5-6F5A-4092-81CB-31BE56C4EEE3}"/>
          </ac:picMkLst>
        </pc:picChg>
        <pc:picChg chg="add del mod">
          <ac:chgData name="Asaf Gendler" userId="1afd4eae-2c10-43ce-b252-87f975bb669c" providerId="ADAL" clId="{3C21E0E4-DD16-40FD-9B43-5BEA7895454C}" dt="2020-04-14T17:32:07.549" v="4824" actId="478"/>
          <ac:picMkLst>
            <pc:docMk/>
            <pc:sldMk cId="3394805459" sldId="345"/>
            <ac:picMk id="12" creationId="{54F28DAD-F773-485A-983E-DC8C8BE27F3C}"/>
          </ac:picMkLst>
        </pc:picChg>
      </pc:sldChg>
      <pc:sldChg chg="addSp delSp modSp add del mod delAnim">
        <pc:chgData name="Asaf Gendler" userId="1afd4eae-2c10-43ce-b252-87f975bb669c" providerId="ADAL" clId="{3C21E0E4-DD16-40FD-9B43-5BEA7895454C}" dt="2020-04-14T17:35:19.899" v="4837" actId="47"/>
        <pc:sldMkLst>
          <pc:docMk/>
          <pc:sldMk cId="457716398" sldId="346"/>
        </pc:sldMkLst>
        <pc:spChg chg="mod">
          <ac:chgData name="Asaf Gendler" userId="1afd4eae-2c10-43ce-b252-87f975bb669c" providerId="ADAL" clId="{3C21E0E4-DD16-40FD-9B43-5BEA7895454C}" dt="2020-04-13T08:43:32.996" v="1679" actId="20577"/>
          <ac:spMkLst>
            <pc:docMk/>
            <pc:sldMk cId="457716398" sldId="346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3T10:41:50.111" v="2855" actId="313"/>
          <ac:spMkLst>
            <pc:docMk/>
            <pc:sldMk cId="457716398" sldId="346"/>
            <ac:spMk id="7" creationId="{00000000-0000-0000-0000-000000000000}"/>
          </ac:spMkLst>
        </pc:spChg>
        <pc:spChg chg="del">
          <ac:chgData name="Asaf Gendler" userId="1afd4eae-2c10-43ce-b252-87f975bb669c" providerId="ADAL" clId="{3C21E0E4-DD16-40FD-9B43-5BEA7895454C}" dt="2020-04-12T14:05:54.834" v="653" actId="478"/>
          <ac:spMkLst>
            <pc:docMk/>
            <pc:sldMk cId="457716398" sldId="346"/>
            <ac:spMk id="10" creationId="{00719842-24A2-460E-8653-8BFFE18CCA62}"/>
          </ac:spMkLst>
        </pc:spChg>
        <pc:graphicFrameChg chg="del">
          <ac:chgData name="Asaf Gendler" userId="1afd4eae-2c10-43ce-b252-87f975bb669c" providerId="ADAL" clId="{3C21E0E4-DD16-40FD-9B43-5BEA7895454C}" dt="2020-04-12T14:05:48.808" v="650" actId="478"/>
          <ac:graphicFrameMkLst>
            <pc:docMk/>
            <pc:sldMk cId="457716398" sldId="346"/>
            <ac:graphicFrameMk id="6" creationId="{EE079AA3-D18F-4A81-B61C-7356B70FDC40}"/>
          </ac:graphicFrameMkLst>
        </pc:graphicFrameChg>
        <pc:picChg chg="del">
          <ac:chgData name="Asaf Gendler" userId="1afd4eae-2c10-43ce-b252-87f975bb669c" providerId="ADAL" clId="{3C21E0E4-DD16-40FD-9B43-5BEA7895454C}" dt="2020-04-12T14:05:50.978" v="651" actId="478"/>
          <ac:picMkLst>
            <pc:docMk/>
            <pc:sldMk cId="457716398" sldId="346"/>
            <ac:picMk id="8" creationId="{00000000-0000-0000-0000-000000000000}"/>
          </ac:picMkLst>
        </pc:picChg>
        <pc:picChg chg="add del mod">
          <ac:chgData name="Asaf Gendler" userId="1afd4eae-2c10-43ce-b252-87f975bb669c" providerId="ADAL" clId="{3C21E0E4-DD16-40FD-9B43-5BEA7895454C}" dt="2020-04-12T14:20:38.153" v="697" actId="478"/>
          <ac:picMkLst>
            <pc:docMk/>
            <pc:sldMk cId="457716398" sldId="346"/>
            <ac:picMk id="9" creationId="{999CC406-86F8-44CA-8AB2-CAE245D696E6}"/>
          </ac:picMkLst>
        </pc:picChg>
      </pc:sldChg>
      <pc:sldChg chg="add del">
        <pc:chgData name="Asaf Gendler" userId="1afd4eae-2c10-43ce-b252-87f975bb669c" providerId="ADAL" clId="{3C21E0E4-DD16-40FD-9B43-5BEA7895454C}" dt="2020-04-12T15:11:47.888" v="962" actId="47"/>
        <pc:sldMkLst>
          <pc:docMk/>
          <pc:sldMk cId="3822798500" sldId="347"/>
        </pc:sldMkLst>
      </pc:sldChg>
      <pc:sldChg chg="modSp add mod ord modAnim">
        <pc:chgData name="Asaf Gendler" userId="1afd4eae-2c10-43ce-b252-87f975bb669c" providerId="ADAL" clId="{3C21E0E4-DD16-40FD-9B43-5BEA7895454C}" dt="2020-04-13T10:45:14.499" v="2865"/>
        <pc:sldMkLst>
          <pc:docMk/>
          <pc:sldMk cId="1710612765" sldId="348"/>
        </pc:sldMkLst>
        <pc:spChg chg="mod">
          <ac:chgData name="Asaf Gendler" userId="1afd4eae-2c10-43ce-b252-87f975bb669c" providerId="ADAL" clId="{3C21E0E4-DD16-40FD-9B43-5BEA7895454C}" dt="2020-04-13T10:44:40.449" v="2858" actId="1076"/>
          <ac:spMkLst>
            <pc:docMk/>
            <pc:sldMk cId="1710612765" sldId="348"/>
            <ac:spMk id="7" creationId="{00000000-0000-0000-0000-000000000000}"/>
          </ac:spMkLst>
        </pc:spChg>
        <pc:picChg chg="mod">
          <ac:chgData name="Asaf Gendler" userId="1afd4eae-2c10-43ce-b252-87f975bb669c" providerId="ADAL" clId="{3C21E0E4-DD16-40FD-9B43-5BEA7895454C}" dt="2020-04-13T10:44:40.449" v="2858" actId="1076"/>
          <ac:picMkLst>
            <pc:docMk/>
            <pc:sldMk cId="1710612765" sldId="348"/>
            <ac:picMk id="3" creationId="{00000000-0000-0000-0000-000000000000}"/>
          </ac:picMkLst>
        </pc:picChg>
        <pc:picChg chg="mod">
          <ac:chgData name="Asaf Gendler" userId="1afd4eae-2c10-43ce-b252-87f975bb669c" providerId="ADAL" clId="{3C21E0E4-DD16-40FD-9B43-5BEA7895454C}" dt="2020-04-12T14:43:26.685" v="875" actId="14100"/>
          <ac:picMkLst>
            <pc:docMk/>
            <pc:sldMk cId="1710612765" sldId="348"/>
            <ac:picMk id="2050" creationId="{08CEC064-0EDF-47DE-83E6-4814CB3ECC28}"/>
          </ac:picMkLst>
        </pc:picChg>
        <pc:picChg chg="mod">
          <ac:chgData name="Asaf Gendler" userId="1afd4eae-2c10-43ce-b252-87f975bb669c" providerId="ADAL" clId="{3C21E0E4-DD16-40FD-9B43-5BEA7895454C}" dt="2020-04-12T14:43:30.799" v="876" actId="1076"/>
          <ac:picMkLst>
            <pc:docMk/>
            <pc:sldMk cId="1710612765" sldId="348"/>
            <ac:picMk id="12292" creationId="{FDF559DC-F1A2-4A22-9117-D14AA8F9C74B}"/>
          </ac:picMkLst>
        </pc:picChg>
      </pc:sldChg>
      <pc:sldChg chg="addSp delSp modSp add del mod">
        <pc:chgData name="Asaf Gendler" userId="1afd4eae-2c10-43ce-b252-87f975bb669c" providerId="ADAL" clId="{3C21E0E4-DD16-40FD-9B43-5BEA7895454C}" dt="2020-04-13T09:52:29.115" v="2051" actId="47"/>
        <pc:sldMkLst>
          <pc:docMk/>
          <pc:sldMk cId="2670460187" sldId="349"/>
        </pc:sldMkLst>
        <pc:spChg chg="mod">
          <ac:chgData name="Asaf Gendler" userId="1afd4eae-2c10-43ce-b252-87f975bb669c" providerId="ADAL" clId="{3C21E0E4-DD16-40FD-9B43-5BEA7895454C}" dt="2020-04-12T16:24:57.309" v="1042" actId="20577"/>
          <ac:spMkLst>
            <pc:docMk/>
            <pc:sldMk cId="2670460187" sldId="349"/>
            <ac:spMk id="2" creationId="{00000000-0000-0000-0000-000000000000}"/>
          </ac:spMkLst>
        </pc:spChg>
        <pc:picChg chg="del">
          <ac:chgData name="Asaf Gendler" userId="1afd4eae-2c10-43ce-b252-87f975bb669c" providerId="ADAL" clId="{3C21E0E4-DD16-40FD-9B43-5BEA7895454C}" dt="2020-04-12T16:24:25.761" v="1028" actId="478"/>
          <ac:picMkLst>
            <pc:docMk/>
            <pc:sldMk cId="2670460187" sldId="349"/>
            <ac:picMk id="3" creationId="{B29EFE89-8960-4E23-90B4-6D6AA02293D2}"/>
          </ac:picMkLst>
        </pc:picChg>
        <pc:picChg chg="add mod">
          <ac:chgData name="Asaf Gendler" userId="1afd4eae-2c10-43ce-b252-87f975bb669c" providerId="ADAL" clId="{3C21E0E4-DD16-40FD-9B43-5BEA7895454C}" dt="2020-04-12T16:24:46.911" v="1034" actId="1076"/>
          <ac:picMkLst>
            <pc:docMk/>
            <pc:sldMk cId="2670460187" sldId="349"/>
            <ac:picMk id="4" creationId="{06EEBB6F-28B7-473F-A975-AA9D373D971D}"/>
          </ac:picMkLst>
        </pc:picChg>
      </pc:sldChg>
      <pc:sldChg chg="addSp delSp modSp add del mod modAnim modCm">
        <pc:chgData name="Asaf Gendler" userId="1afd4eae-2c10-43ce-b252-87f975bb669c" providerId="ADAL" clId="{3C21E0E4-DD16-40FD-9B43-5BEA7895454C}" dt="2020-04-14T20:19:36.524" v="5450" actId="47"/>
        <pc:sldMkLst>
          <pc:docMk/>
          <pc:sldMk cId="2063022687" sldId="350"/>
        </pc:sldMkLst>
        <pc:spChg chg="mod">
          <ac:chgData name="Asaf Gendler" userId="1afd4eae-2c10-43ce-b252-87f975bb669c" providerId="ADAL" clId="{3C21E0E4-DD16-40FD-9B43-5BEA7895454C}" dt="2020-04-13T08:45:13.814" v="1730"/>
          <ac:spMkLst>
            <pc:docMk/>
            <pc:sldMk cId="2063022687" sldId="350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3T09:39:32.916" v="2000" actId="20577"/>
          <ac:spMkLst>
            <pc:docMk/>
            <pc:sldMk cId="2063022687" sldId="350"/>
            <ac:spMk id="4" creationId="{96F14F65-8037-4126-867D-8C52928F4E0F}"/>
          </ac:spMkLst>
        </pc:spChg>
        <pc:spChg chg="add mod">
          <ac:chgData name="Asaf Gendler" userId="1afd4eae-2c10-43ce-b252-87f975bb669c" providerId="ADAL" clId="{3C21E0E4-DD16-40FD-9B43-5BEA7895454C}" dt="2020-04-13T09:45:02.669" v="2029" actId="692"/>
          <ac:spMkLst>
            <pc:docMk/>
            <pc:sldMk cId="2063022687" sldId="350"/>
            <ac:spMk id="25" creationId="{41FC319A-26AE-4890-8EBF-722EC1BE5A4E}"/>
          </ac:spMkLst>
        </pc:spChg>
        <pc:spChg chg="add mod">
          <ac:chgData name="Asaf Gendler" userId="1afd4eae-2c10-43ce-b252-87f975bb669c" providerId="ADAL" clId="{3C21E0E4-DD16-40FD-9B43-5BEA7895454C}" dt="2020-04-13T09:45:18.186" v="2032" actId="14100"/>
          <ac:spMkLst>
            <pc:docMk/>
            <pc:sldMk cId="2063022687" sldId="350"/>
            <ac:spMk id="26" creationId="{FC326C38-7A07-4FA5-9853-63160CDA2F71}"/>
          </ac:spMkLst>
        </pc:spChg>
        <pc:spChg chg="add mod">
          <ac:chgData name="Asaf Gendler" userId="1afd4eae-2c10-43ce-b252-87f975bb669c" providerId="ADAL" clId="{3C21E0E4-DD16-40FD-9B43-5BEA7895454C}" dt="2020-04-13T09:45:27.747" v="2036" actId="1076"/>
          <ac:spMkLst>
            <pc:docMk/>
            <pc:sldMk cId="2063022687" sldId="350"/>
            <ac:spMk id="27" creationId="{62BFB3B0-AA53-44E5-97D6-F68AA2816057}"/>
          </ac:spMkLst>
        </pc:spChg>
        <pc:spChg chg="add mod">
          <ac:chgData name="Asaf Gendler" userId="1afd4eae-2c10-43ce-b252-87f975bb669c" providerId="ADAL" clId="{3C21E0E4-DD16-40FD-9B43-5BEA7895454C}" dt="2020-04-13T09:45:35.541" v="2039" actId="14100"/>
          <ac:spMkLst>
            <pc:docMk/>
            <pc:sldMk cId="2063022687" sldId="350"/>
            <ac:spMk id="28" creationId="{9D80FE20-FD6D-4A9D-B8E4-75F59F0F0D36}"/>
          </ac:spMkLst>
        </pc:spChg>
        <pc:picChg chg="add del">
          <ac:chgData name="Asaf Gendler" userId="1afd4eae-2c10-43ce-b252-87f975bb669c" providerId="ADAL" clId="{3C21E0E4-DD16-40FD-9B43-5BEA7895454C}" dt="2020-04-13T09:41:16.564" v="2002"/>
          <ac:picMkLst>
            <pc:docMk/>
            <pc:sldMk cId="2063022687" sldId="350"/>
            <ac:picMk id="7" creationId="{CA8EF468-AD60-4B30-9BA2-14643A5DDCC6}"/>
          </ac:picMkLst>
        </pc:picChg>
        <pc:picChg chg="del">
          <ac:chgData name="Asaf Gendler" userId="1afd4eae-2c10-43ce-b252-87f975bb669c" providerId="ADAL" clId="{3C21E0E4-DD16-40FD-9B43-5BEA7895454C}" dt="2020-04-13T08:38:29.349" v="1549" actId="478"/>
          <ac:picMkLst>
            <pc:docMk/>
            <pc:sldMk cId="2063022687" sldId="350"/>
            <ac:picMk id="8" creationId="{F00435BF-AED3-49EA-9946-2FBAE7AA58D1}"/>
          </ac:picMkLst>
        </pc:picChg>
        <pc:picChg chg="add mod">
          <ac:chgData name="Asaf Gendler" userId="1afd4eae-2c10-43ce-b252-87f975bb669c" providerId="ADAL" clId="{3C21E0E4-DD16-40FD-9B43-5BEA7895454C}" dt="2020-04-13T09:41:31.081" v="2008" actId="1076"/>
          <ac:picMkLst>
            <pc:docMk/>
            <pc:sldMk cId="2063022687" sldId="350"/>
            <ac:picMk id="9" creationId="{3B77452E-C9E5-4BB4-9B09-7685C6EAC627}"/>
          </ac:picMkLst>
        </pc:picChg>
        <pc:picChg chg="del">
          <ac:chgData name="Asaf Gendler" userId="1afd4eae-2c10-43ce-b252-87f975bb669c" providerId="ADAL" clId="{3C21E0E4-DD16-40FD-9B43-5BEA7895454C}" dt="2020-04-13T08:38:30.016" v="1550" actId="478"/>
          <ac:picMkLst>
            <pc:docMk/>
            <pc:sldMk cId="2063022687" sldId="350"/>
            <ac:picMk id="10" creationId="{7AF2B18B-7481-47E9-89AA-1C52624010C3}"/>
          </ac:picMkLst>
        </pc:picChg>
        <pc:cxnChg chg="add del mod">
          <ac:chgData name="Asaf Gendler" userId="1afd4eae-2c10-43ce-b252-87f975bb669c" providerId="ADAL" clId="{3C21E0E4-DD16-40FD-9B43-5BEA7895454C}" dt="2020-04-13T09:43:22.603" v="2026" actId="478"/>
          <ac:cxnSpMkLst>
            <pc:docMk/>
            <pc:sldMk cId="2063022687" sldId="350"/>
            <ac:cxnSpMk id="6" creationId="{6CE368C0-6DDD-4313-899A-E1A1222C106E}"/>
          </ac:cxnSpMkLst>
        </pc:cxnChg>
      </pc:sldChg>
      <pc:sldChg chg="addSp delSp modSp add mod modNotesTx">
        <pc:chgData name="Asaf Gendler" userId="1afd4eae-2c10-43ce-b252-87f975bb669c" providerId="ADAL" clId="{3C21E0E4-DD16-40FD-9B43-5BEA7895454C}" dt="2020-04-16T13:11:50.852" v="8051" actId="20577"/>
        <pc:sldMkLst>
          <pc:docMk/>
          <pc:sldMk cId="1100619921" sldId="351"/>
        </pc:sldMkLst>
        <pc:spChg chg="mod">
          <ac:chgData name="Asaf Gendler" userId="1afd4eae-2c10-43ce-b252-87f975bb669c" providerId="ADAL" clId="{3C21E0E4-DD16-40FD-9B43-5BEA7895454C}" dt="2020-04-13T08:46:04.780" v="1758" actId="20577"/>
          <ac:spMkLst>
            <pc:docMk/>
            <pc:sldMk cId="1100619921" sldId="351"/>
            <ac:spMk id="2" creationId="{00000000-0000-0000-0000-000000000000}"/>
          </ac:spMkLst>
        </pc:spChg>
        <pc:graphicFrameChg chg="add del mod modGraphic">
          <ac:chgData name="Asaf Gendler" userId="1afd4eae-2c10-43ce-b252-87f975bb669c" providerId="ADAL" clId="{3C21E0E4-DD16-40FD-9B43-5BEA7895454C}" dt="2020-04-14T20:36:56.478" v="5632" actId="478"/>
          <ac:graphicFrameMkLst>
            <pc:docMk/>
            <pc:sldMk cId="1100619921" sldId="351"/>
            <ac:graphicFrameMk id="3" creationId="{5AA07273-181F-406B-AA05-B3351783BC1F}"/>
          </ac:graphicFrameMkLst>
        </pc:graphicFrameChg>
        <pc:graphicFrameChg chg="add mod modGraphic">
          <ac:chgData name="Asaf Gendler" userId="1afd4eae-2c10-43ce-b252-87f975bb669c" providerId="ADAL" clId="{3C21E0E4-DD16-40FD-9B43-5BEA7895454C}" dt="2020-04-16T13:11:50.852" v="8051" actId="20577"/>
          <ac:graphicFrameMkLst>
            <pc:docMk/>
            <pc:sldMk cId="1100619921" sldId="351"/>
            <ac:graphicFrameMk id="4" creationId="{5BCC63A3-8519-4EB3-823F-CF81AA293A28}"/>
          </ac:graphicFrameMkLst>
        </pc:graphicFrameChg>
        <pc:picChg chg="add del">
          <ac:chgData name="Asaf Gendler" userId="1afd4eae-2c10-43ce-b252-87f975bb669c" providerId="ADAL" clId="{3C21E0E4-DD16-40FD-9B43-5BEA7895454C}" dt="2020-04-13T09:54:56.151" v="2068" actId="21"/>
          <ac:picMkLst>
            <pc:docMk/>
            <pc:sldMk cId="1100619921" sldId="351"/>
            <ac:picMk id="3" creationId="{E71DDAF4-3837-4F4C-A1B7-07F7F4FFA6D1}"/>
          </ac:picMkLst>
        </pc:picChg>
        <pc:picChg chg="del">
          <ac:chgData name="Asaf Gendler" userId="1afd4eae-2c10-43ce-b252-87f975bb669c" providerId="ADAL" clId="{3C21E0E4-DD16-40FD-9B43-5BEA7895454C}" dt="2020-04-13T08:41:19.924" v="1579" actId="478"/>
          <ac:picMkLst>
            <pc:docMk/>
            <pc:sldMk cId="1100619921" sldId="351"/>
            <ac:picMk id="4" creationId="{FB41F025-19A6-45BF-9EBE-17E24B199195}"/>
          </ac:picMkLst>
        </pc:picChg>
      </pc:sldChg>
      <pc:sldChg chg="addSp delSp modSp add mod ord delAnim modAnim">
        <pc:chgData name="Asaf Gendler" userId="1afd4eae-2c10-43ce-b252-87f975bb669c" providerId="ADAL" clId="{3C21E0E4-DD16-40FD-9B43-5BEA7895454C}" dt="2020-04-19T09:50:28.243" v="8669" actId="478"/>
        <pc:sldMkLst>
          <pc:docMk/>
          <pc:sldMk cId="570315945" sldId="352"/>
        </pc:sldMkLst>
        <pc:spChg chg="mod">
          <ac:chgData name="Asaf Gendler" userId="1afd4eae-2c10-43ce-b252-87f975bb669c" providerId="ADAL" clId="{3C21E0E4-DD16-40FD-9B43-5BEA7895454C}" dt="2020-04-13T10:51:34.682" v="2945" actId="20577"/>
          <ac:spMkLst>
            <pc:docMk/>
            <pc:sldMk cId="570315945" sldId="352"/>
            <ac:spMk id="2" creationId="{00000000-0000-0000-0000-000000000000}"/>
          </ac:spMkLst>
        </pc:spChg>
        <pc:spChg chg="add mod">
          <ac:chgData name="Asaf Gendler" userId="1afd4eae-2c10-43ce-b252-87f975bb669c" providerId="ADAL" clId="{3C21E0E4-DD16-40FD-9B43-5BEA7895454C}" dt="2020-04-14T18:54:05.408" v="5414" actId="1076"/>
          <ac:spMkLst>
            <pc:docMk/>
            <pc:sldMk cId="570315945" sldId="352"/>
            <ac:spMk id="7" creationId="{4B425703-05B4-46E3-91BC-97AECA2D9D13}"/>
          </ac:spMkLst>
        </pc:spChg>
        <pc:picChg chg="add mod">
          <ac:chgData name="Asaf Gendler" userId="1afd4eae-2c10-43ce-b252-87f975bb669c" providerId="ADAL" clId="{3C21E0E4-DD16-40FD-9B43-5BEA7895454C}" dt="2020-04-14T18:54:01.576" v="5413" actId="1076"/>
          <ac:picMkLst>
            <pc:docMk/>
            <pc:sldMk cId="570315945" sldId="352"/>
            <ac:picMk id="3" creationId="{758D06E4-E75C-4793-8652-6F75090B1524}"/>
          </ac:picMkLst>
        </pc:picChg>
        <pc:picChg chg="add del mod">
          <ac:chgData name="Asaf Gendler" userId="1afd4eae-2c10-43ce-b252-87f975bb669c" providerId="ADAL" clId="{3C21E0E4-DD16-40FD-9B43-5BEA7895454C}" dt="2020-04-19T09:50:28.243" v="8669" actId="478"/>
          <ac:picMkLst>
            <pc:docMk/>
            <pc:sldMk cId="570315945" sldId="352"/>
            <ac:picMk id="4" creationId="{8B0EA152-9FF7-4F35-A660-FEC0EF5324F1}"/>
          </ac:picMkLst>
        </pc:picChg>
        <pc:picChg chg="del">
          <ac:chgData name="Asaf Gendler" userId="1afd4eae-2c10-43ce-b252-87f975bb669c" providerId="ADAL" clId="{3C21E0E4-DD16-40FD-9B43-5BEA7895454C}" dt="2020-04-13T09:17:22.988" v="1774" actId="478"/>
          <ac:picMkLst>
            <pc:docMk/>
            <pc:sldMk cId="570315945" sldId="352"/>
            <ac:picMk id="4" creationId="{E8AF93F0-3C98-423B-A51E-879E06DEF4C1}"/>
          </ac:picMkLst>
        </pc:picChg>
        <pc:picChg chg="del mod">
          <ac:chgData name="Asaf Gendler" userId="1afd4eae-2c10-43ce-b252-87f975bb669c" providerId="ADAL" clId="{3C21E0E4-DD16-40FD-9B43-5BEA7895454C}" dt="2020-04-14T18:47:48.437" v="5393" actId="478"/>
          <ac:picMkLst>
            <pc:docMk/>
            <pc:sldMk cId="570315945" sldId="352"/>
            <ac:picMk id="6" creationId="{36B05943-A1AF-4386-AE66-E49795665578}"/>
          </ac:picMkLst>
        </pc:picChg>
      </pc:sldChg>
      <pc:sldChg chg="addSp delSp modSp add mod modTransition delAnim modAnim modNotesTx">
        <pc:chgData name="Asaf Gendler" userId="1afd4eae-2c10-43ce-b252-87f975bb669c" providerId="ADAL" clId="{3C21E0E4-DD16-40FD-9B43-5BEA7895454C}" dt="2020-04-18T17:05:36.209" v="8534"/>
        <pc:sldMkLst>
          <pc:docMk/>
          <pc:sldMk cId="732496646" sldId="353"/>
        </pc:sldMkLst>
        <pc:spChg chg="mod">
          <ac:chgData name="Asaf Gendler" userId="1afd4eae-2c10-43ce-b252-87f975bb669c" providerId="ADAL" clId="{3C21E0E4-DD16-40FD-9B43-5BEA7895454C}" dt="2020-04-13T10:51:59.577" v="2967" actId="404"/>
          <ac:spMkLst>
            <pc:docMk/>
            <pc:sldMk cId="732496646" sldId="353"/>
            <ac:spMk id="2" creationId="{00000000-0000-0000-0000-000000000000}"/>
          </ac:spMkLst>
        </pc:spChg>
        <pc:spChg chg="add">
          <ac:chgData name="Asaf Gendler" userId="1afd4eae-2c10-43ce-b252-87f975bb669c" providerId="ADAL" clId="{3C21E0E4-DD16-40FD-9B43-5BEA7895454C}" dt="2020-04-14T20:16:09.035" v="5436"/>
          <ac:spMkLst>
            <pc:docMk/>
            <pc:sldMk cId="732496646" sldId="353"/>
            <ac:spMk id="7" creationId="{2CECA432-DA09-4372-8D69-D7FFD3DCB324}"/>
          </ac:spMkLst>
        </pc:spChg>
        <pc:picChg chg="add mod">
          <ac:chgData name="Asaf Gendler" userId="1afd4eae-2c10-43ce-b252-87f975bb669c" providerId="ADAL" clId="{3C21E0E4-DD16-40FD-9B43-5BEA7895454C}" dt="2020-04-14T20:15:58.633" v="5435" actId="1076"/>
          <ac:picMkLst>
            <pc:docMk/>
            <pc:sldMk cId="732496646" sldId="353"/>
            <ac:picMk id="3" creationId="{306BFFFE-D557-407B-A7CF-2E1F2B02FF4E}"/>
          </ac:picMkLst>
        </pc:picChg>
        <pc:picChg chg="del">
          <ac:chgData name="Asaf Gendler" userId="1afd4eae-2c10-43ce-b252-87f975bb669c" providerId="ADAL" clId="{3C21E0E4-DD16-40FD-9B43-5BEA7895454C}" dt="2020-04-13T09:55:03.498" v="2069" actId="478"/>
          <ac:picMkLst>
            <pc:docMk/>
            <pc:sldMk cId="732496646" sldId="353"/>
            <ac:picMk id="4" creationId="{4618055F-88CC-422E-BDF7-2A7605DE5B03}"/>
          </ac:picMkLst>
        </pc:picChg>
        <pc:picChg chg="add del mod">
          <ac:chgData name="Asaf Gendler" userId="1afd4eae-2c10-43ce-b252-87f975bb669c" providerId="ADAL" clId="{3C21E0E4-DD16-40FD-9B43-5BEA7895454C}" dt="2020-04-14T20:15:50.918" v="5429" actId="478"/>
          <ac:picMkLst>
            <pc:docMk/>
            <pc:sldMk cId="732496646" sldId="353"/>
            <ac:picMk id="6" creationId="{BC480DD1-8A63-46B0-917A-7FD8A9AA8E1C}"/>
          </ac:picMkLst>
        </pc:picChg>
      </pc:sldChg>
      <pc:sldChg chg="delSp modSp add mod modAnim">
        <pc:chgData name="Asaf Gendler" userId="1afd4eae-2c10-43ce-b252-87f975bb669c" providerId="ADAL" clId="{3C21E0E4-DD16-40FD-9B43-5BEA7895454C}" dt="2020-04-13T10:21:22.207" v="2712" actId="1076"/>
        <pc:sldMkLst>
          <pc:docMk/>
          <pc:sldMk cId="2643988440" sldId="354"/>
        </pc:sldMkLst>
        <pc:spChg chg="mod">
          <ac:chgData name="Asaf Gendler" userId="1afd4eae-2c10-43ce-b252-87f975bb669c" providerId="ADAL" clId="{3C21E0E4-DD16-40FD-9B43-5BEA7895454C}" dt="2020-04-13T10:21:16.329" v="2710" actId="27636"/>
          <ac:spMkLst>
            <pc:docMk/>
            <pc:sldMk cId="2643988440" sldId="354"/>
            <ac:spMk id="3" creationId="{00000000-0000-0000-0000-000000000000}"/>
          </ac:spMkLst>
        </pc:spChg>
        <pc:picChg chg="mod">
          <ac:chgData name="Asaf Gendler" userId="1afd4eae-2c10-43ce-b252-87f975bb669c" providerId="ADAL" clId="{3C21E0E4-DD16-40FD-9B43-5BEA7895454C}" dt="2020-04-13T10:21:22.207" v="2712" actId="1076"/>
          <ac:picMkLst>
            <pc:docMk/>
            <pc:sldMk cId="2643988440" sldId="354"/>
            <ac:picMk id="4" creationId="{00000000-0000-0000-0000-000000000000}"/>
          </ac:picMkLst>
        </pc:picChg>
        <pc:picChg chg="del">
          <ac:chgData name="Asaf Gendler" userId="1afd4eae-2c10-43ce-b252-87f975bb669c" providerId="ADAL" clId="{3C21E0E4-DD16-40FD-9B43-5BEA7895454C}" dt="2020-04-13T10:21:18.573" v="2711" actId="478"/>
          <ac:picMkLst>
            <pc:docMk/>
            <pc:sldMk cId="2643988440" sldId="354"/>
            <ac:picMk id="1026" creationId="{C881C5B0-089E-4411-A42D-64D0007F443F}"/>
          </ac:picMkLst>
        </pc:picChg>
      </pc:sldChg>
      <pc:sldChg chg="addSp delSp modSp add mod addAnim delAnim modAnim">
        <pc:chgData name="Asaf Gendler" userId="1afd4eae-2c10-43ce-b252-87f975bb669c" providerId="ADAL" clId="{3C21E0E4-DD16-40FD-9B43-5BEA7895454C}" dt="2020-04-14T16:45:35.726" v="4232"/>
        <pc:sldMkLst>
          <pc:docMk/>
          <pc:sldMk cId="4039336801" sldId="355"/>
        </pc:sldMkLst>
        <pc:spChg chg="mod">
          <ac:chgData name="Asaf Gendler" userId="1afd4eae-2c10-43ce-b252-87f975bb669c" providerId="ADAL" clId="{3C21E0E4-DD16-40FD-9B43-5BEA7895454C}" dt="2020-04-14T16:32:29.945" v="4118" actId="14100"/>
          <ac:spMkLst>
            <pc:docMk/>
            <pc:sldMk cId="4039336801" sldId="355"/>
            <ac:spMk id="3" creationId="{54C113DC-4CC5-4C91-94BC-2F85DF72404B}"/>
          </ac:spMkLst>
        </pc:spChg>
        <pc:spChg chg="mod">
          <ac:chgData name="Asaf Gendler" userId="1afd4eae-2c10-43ce-b252-87f975bb669c" providerId="ADAL" clId="{3C21E0E4-DD16-40FD-9B43-5BEA7895454C}" dt="2020-04-13T10:32:36.376" v="2787" actId="1076"/>
          <ac:spMkLst>
            <pc:docMk/>
            <pc:sldMk cId="4039336801" sldId="355"/>
            <ac:spMk id="4" creationId="{5393CEB2-9F9B-4EC6-9B6C-41A1B1CBBB6F}"/>
          </ac:spMkLst>
        </pc:spChg>
        <pc:spChg chg="add del mod">
          <ac:chgData name="Asaf Gendler" userId="1afd4eae-2c10-43ce-b252-87f975bb669c" providerId="ADAL" clId="{3C21E0E4-DD16-40FD-9B43-5BEA7895454C}" dt="2020-04-13T10:30:43.811" v="2754" actId="478"/>
          <ac:spMkLst>
            <pc:docMk/>
            <pc:sldMk cId="4039336801" sldId="355"/>
            <ac:spMk id="7" creationId="{4F10C3DD-038E-45BE-8263-95EC96B03DFB}"/>
          </ac:spMkLst>
        </pc:spChg>
        <pc:spChg chg="add mod">
          <ac:chgData name="Asaf Gendler" userId="1afd4eae-2c10-43ce-b252-87f975bb669c" providerId="ADAL" clId="{3C21E0E4-DD16-40FD-9B43-5BEA7895454C}" dt="2020-04-14T16:32:15.974" v="4113" actId="164"/>
          <ac:spMkLst>
            <pc:docMk/>
            <pc:sldMk cId="4039336801" sldId="355"/>
            <ac:spMk id="8" creationId="{A59203F4-09E2-49C2-A7F0-B8B7D7966E52}"/>
          </ac:spMkLst>
        </pc:spChg>
        <pc:spChg chg="mod ord">
          <ac:chgData name="Asaf Gendler" userId="1afd4eae-2c10-43ce-b252-87f975bb669c" providerId="ADAL" clId="{3C21E0E4-DD16-40FD-9B43-5BEA7895454C}" dt="2020-04-14T16:43:29.045" v="4204" actId="166"/>
          <ac:spMkLst>
            <pc:docMk/>
            <pc:sldMk cId="4039336801" sldId="355"/>
            <ac:spMk id="13" creationId="{12E05090-ECDF-46A7-9696-D023C33122C3}"/>
          </ac:spMkLst>
        </pc:spChg>
        <pc:spChg chg="add del mod">
          <ac:chgData name="Asaf Gendler" userId="1afd4eae-2c10-43ce-b252-87f975bb669c" providerId="ADAL" clId="{3C21E0E4-DD16-40FD-9B43-5BEA7895454C}" dt="2020-04-13T10:33:47.606" v="2798"/>
          <ac:spMkLst>
            <pc:docMk/>
            <pc:sldMk cId="4039336801" sldId="355"/>
            <ac:spMk id="40" creationId="{F20511BF-1F03-49AC-B08A-FB40D77BD44C}"/>
          </ac:spMkLst>
        </pc:spChg>
        <pc:spChg chg="add mod">
          <ac:chgData name="Asaf Gendler" userId="1afd4eae-2c10-43ce-b252-87f975bb669c" providerId="ADAL" clId="{3C21E0E4-DD16-40FD-9B43-5BEA7895454C}" dt="2020-04-14T16:32:15.974" v="4113" actId="164"/>
          <ac:spMkLst>
            <pc:docMk/>
            <pc:sldMk cId="4039336801" sldId="355"/>
            <ac:spMk id="44" creationId="{E21FDD4E-14D4-44D2-8C34-C707EA1D7208}"/>
          </ac:spMkLst>
        </pc:spChg>
        <pc:spChg chg="add mod">
          <ac:chgData name="Asaf Gendler" userId="1afd4eae-2c10-43ce-b252-87f975bb669c" providerId="ADAL" clId="{3C21E0E4-DD16-40FD-9B43-5BEA7895454C}" dt="2020-04-14T16:32:15.974" v="4113" actId="164"/>
          <ac:spMkLst>
            <pc:docMk/>
            <pc:sldMk cId="4039336801" sldId="355"/>
            <ac:spMk id="54" creationId="{2706C69A-94B0-40DE-9394-CB49D8D09EBD}"/>
          </ac:spMkLst>
        </pc:spChg>
        <pc:spChg chg="add mod">
          <ac:chgData name="Asaf Gendler" userId="1afd4eae-2c10-43ce-b252-87f975bb669c" providerId="ADAL" clId="{3C21E0E4-DD16-40FD-9B43-5BEA7895454C}" dt="2020-04-14T16:32:15.974" v="4113" actId="164"/>
          <ac:spMkLst>
            <pc:docMk/>
            <pc:sldMk cId="4039336801" sldId="355"/>
            <ac:spMk id="56" creationId="{ADBC5041-388D-4A3C-9CA2-4277F777053D}"/>
          </ac:spMkLst>
        </pc:spChg>
        <pc:spChg chg="add mod">
          <ac:chgData name="Asaf Gendler" userId="1afd4eae-2c10-43ce-b252-87f975bb669c" providerId="ADAL" clId="{3C21E0E4-DD16-40FD-9B43-5BEA7895454C}" dt="2020-04-14T16:38:39.508" v="4172" actId="164"/>
          <ac:spMkLst>
            <pc:docMk/>
            <pc:sldMk cId="4039336801" sldId="355"/>
            <ac:spMk id="59" creationId="{DB9E2CD0-F9F3-4D3F-9D1B-BCED65FEBC63}"/>
          </ac:spMkLst>
        </pc:spChg>
        <pc:spChg chg="add mod">
          <ac:chgData name="Asaf Gendler" userId="1afd4eae-2c10-43ce-b252-87f975bb669c" providerId="ADAL" clId="{3C21E0E4-DD16-40FD-9B43-5BEA7895454C}" dt="2020-04-14T16:41:11.245" v="4188"/>
          <ac:spMkLst>
            <pc:docMk/>
            <pc:sldMk cId="4039336801" sldId="355"/>
            <ac:spMk id="61" creationId="{D9C12F55-A25C-402D-BCFC-6D7E1E0CA5C3}"/>
          </ac:spMkLst>
        </pc:spChg>
        <pc:spChg chg="add mod">
          <ac:chgData name="Asaf Gendler" userId="1afd4eae-2c10-43ce-b252-87f975bb669c" providerId="ADAL" clId="{3C21E0E4-DD16-40FD-9B43-5BEA7895454C}" dt="2020-04-14T16:35:37.180" v="4145" actId="2085"/>
          <ac:spMkLst>
            <pc:docMk/>
            <pc:sldMk cId="4039336801" sldId="355"/>
            <ac:spMk id="62" creationId="{C24B1355-EB4E-4B0F-9320-A2517D67A524}"/>
          </ac:spMkLst>
        </pc:spChg>
        <pc:spChg chg="add mod ord">
          <ac:chgData name="Asaf Gendler" userId="1afd4eae-2c10-43ce-b252-87f975bb669c" providerId="ADAL" clId="{3C21E0E4-DD16-40FD-9B43-5BEA7895454C}" dt="2020-04-14T16:45:10.197" v="4228" actId="164"/>
          <ac:spMkLst>
            <pc:docMk/>
            <pc:sldMk cId="4039336801" sldId="355"/>
            <ac:spMk id="78" creationId="{56300337-359A-428D-804F-09CD75DE2B05}"/>
          </ac:spMkLst>
        </pc:spChg>
        <pc:spChg chg="add mod">
          <ac:chgData name="Asaf Gendler" userId="1afd4eae-2c10-43ce-b252-87f975bb669c" providerId="ADAL" clId="{3C21E0E4-DD16-40FD-9B43-5BEA7895454C}" dt="2020-04-14T16:45:02.104" v="4226" actId="164"/>
          <ac:spMkLst>
            <pc:docMk/>
            <pc:sldMk cId="4039336801" sldId="355"/>
            <ac:spMk id="79" creationId="{1378A710-370A-484B-9F9D-8BCA52A66337}"/>
          </ac:spMkLst>
        </pc:spChg>
        <pc:grpChg chg="add del mod">
          <ac:chgData name="Asaf Gendler" userId="1afd4eae-2c10-43ce-b252-87f975bb669c" providerId="ADAL" clId="{3C21E0E4-DD16-40FD-9B43-5BEA7895454C}" dt="2020-04-14T16:23:17.561" v="3961"/>
          <ac:grpSpMkLst>
            <pc:docMk/>
            <pc:sldMk cId="4039336801" sldId="355"/>
            <ac:grpSpMk id="19" creationId="{071D81F0-6DB2-4381-A5E2-B84B5A8F67DF}"/>
          </ac:grpSpMkLst>
        </pc:grpChg>
        <pc:grpChg chg="mod">
          <ac:chgData name="Asaf Gendler" userId="1afd4eae-2c10-43ce-b252-87f975bb669c" providerId="ADAL" clId="{3C21E0E4-DD16-40FD-9B43-5BEA7895454C}" dt="2020-04-14T16:23:13.473" v="3960" actId="14100"/>
          <ac:grpSpMkLst>
            <pc:docMk/>
            <pc:sldMk cId="4039336801" sldId="355"/>
            <ac:grpSpMk id="22" creationId="{124015AC-9004-450D-9BB9-2B8D9D669A7C}"/>
          </ac:grpSpMkLst>
        </pc:grpChg>
        <pc:grpChg chg="mod">
          <ac:chgData name="Asaf Gendler" userId="1afd4eae-2c10-43ce-b252-87f975bb669c" providerId="ADAL" clId="{3C21E0E4-DD16-40FD-9B43-5BEA7895454C}" dt="2020-04-14T16:23:13.473" v="3960" actId="14100"/>
          <ac:grpSpMkLst>
            <pc:docMk/>
            <pc:sldMk cId="4039336801" sldId="355"/>
            <ac:grpSpMk id="24" creationId="{A3B33ACC-FD7A-4EB9-9316-877B11CF598A}"/>
          </ac:grpSpMkLst>
        </pc:grpChg>
        <pc:grpChg chg="mod">
          <ac:chgData name="Asaf Gendler" userId="1afd4eae-2c10-43ce-b252-87f975bb669c" providerId="ADAL" clId="{3C21E0E4-DD16-40FD-9B43-5BEA7895454C}" dt="2020-04-14T16:23:13.473" v="3960" actId="14100"/>
          <ac:grpSpMkLst>
            <pc:docMk/>
            <pc:sldMk cId="4039336801" sldId="355"/>
            <ac:grpSpMk id="27" creationId="{B9730499-0218-42C4-A6DD-F31A10263C67}"/>
          </ac:grpSpMkLst>
        </pc:grpChg>
        <pc:grpChg chg="mod">
          <ac:chgData name="Asaf Gendler" userId="1afd4eae-2c10-43ce-b252-87f975bb669c" providerId="ADAL" clId="{3C21E0E4-DD16-40FD-9B43-5BEA7895454C}" dt="2020-04-14T16:23:13.473" v="3960" actId="14100"/>
          <ac:grpSpMkLst>
            <pc:docMk/>
            <pc:sldMk cId="4039336801" sldId="355"/>
            <ac:grpSpMk id="28" creationId="{41D86BB1-015F-4860-B29D-D2DCB14A3085}"/>
          </ac:grpSpMkLst>
        </pc:grpChg>
        <pc:grpChg chg="mod">
          <ac:chgData name="Asaf Gendler" userId="1afd4eae-2c10-43ce-b252-87f975bb669c" providerId="ADAL" clId="{3C21E0E4-DD16-40FD-9B43-5BEA7895454C}" dt="2020-04-14T16:23:13.473" v="3960" actId="14100"/>
          <ac:grpSpMkLst>
            <pc:docMk/>
            <pc:sldMk cId="4039336801" sldId="355"/>
            <ac:grpSpMk id="36" creationId="{CDA2F174-AA7C-434E-B00B-7FF6452CE57E}"/>
          </ac:grpSpMkLst>
        </pc:grpChg>
        <pc:grpChg chg="add mod">
          <ac:chgData name="Asaf Gendler" userId="1afd4eae-2c10-43ce-b252-87f975bb669c" providerId="ADAL" clId="{3C21E0E4-DD16-40FD-9B43-5BEA7895454C}" dt="2020-04-14T16:38:49.786" v="4173" actId="164"/>
          <ac:grpSpMkLst>
            <pc:docMk/>
            <pc:sldMk cId="4039336801" sldId="355"/>
            <ac:grpSpMk id="57" creationId="{4403F331-438B-445C-9BC5-0A1E3710B57F}"/>
          </ac:grpSpMkLst>
        </pc:grpChg>
        <pc:grpChg chg="add mod ord">
          <ac:chgData name="Asaf Gendler" userId="1afd4eae-2c10-43ce-b252-87f975bb669c" providerId="ADAL" clId="{3C21E0E4-DD16-40FD-9B43-5BEA7895454C}" dt="2020-04-14T16:45:02.104" v="4226" actId="164"/>
          <ac:grpSpMkLst>
            <pc:docMk/>
            <pc:sldMk cId="4039336801" sldId="355"/>
            <ac:grpSpMk id="74" creationId="{5485041A-B505-48AF-8B35-B65A194F5B97}"/>
          </ac:grpSpMkLst>
        </pc:grpChg>
        <pc:grpChg chg="add mod">
          <ac:chgData name="Asaf Gendler" userId="1afd4eae-2c10-43ce-b252-87f975bb669c" providerId="ADAL" clId="{3C21E0E4-DD16-40FD-9B43-5BEA7895454C}" dt="2020-04-14T16:38:49.786" v="4173" actId="164"/>
          <ac:grpSpMkLst>
            <pc:docMk/>
            <pc:sldMk cId="4039336801" sldId="355"/>
            <ac:grpSpMk id="75" creationId="{FBDCF46C-9AA3-4B8C-AE6C-2387EEA98EB4}"/>
          </ac:grpSpMkLst>
        </pc:grpChg>
        <pc:grpChg chg="add mod ord">
          <ac:chgData name="Asaf Gendler" userId="1afd4eae-2c10-43ce-b252-87f975bb669c" providerId="ADAL" clId="{3C21E0E4-DD16-40FD-9B43-5BEA7895454C}" dt="2020-04-14T16:44:24.434" v="4215" actId="164"/>
          <ac:grpSpMkLst>
            <pc:docMk/>
            <pc:sldMk cId="4039336801" sldId="355"/>
            <ac:grpSpMk id="80" creationId="{6978E7CC-3A71-4B4D-AE14-6B17547D4AC1}"/>
          </ac:grpSpMkLst>
        </pc:grpChg>
        <pc:grpChg chg="add mod">
          <ac:chgData name="Asaf Gendler" userId="1afd4eae-2c10-43ce-b252-87f975bb669c" providerId="ADAL" clId="{3C21E0E4-DD16-40FD-9B43-5BEA7895454C}" dt="2020-04-14T16:44:38.052" v="4217" actId="164"/>
          <ac:grpSpMkLst>
            <pc:docMk/>
            <pc:sldMk cId="4039336801" sldId="355"/>
            <ac:grpSpMk id="81" creationId="{D47F8801-6E58-48A8-ACD3-06B239E07C2A}"/>
          </ac:grpSpMkLst>
        </pc:grpChg>
        <pc:grpChg chg="add mod">
          <ac:chgData name="Asaf Gendler" userId="1afd4eae-2c10-43ce-b252-87f975bb669c" providerId="ADAL" clId="{3C21E0E4-DD16-40FD-9B43-5BEA7895454C}" dt="2020-04-14T16:45:10.197" v="4228" actId="164"/>
          <ac:grpSpMkLst>
            <pc:docMk/>
            <pc:sldMk cId="4039336801" sldId="355"/>
            <ac:grpSpMk id="82" creationId="{DF5D904C-292F-452C-9634-08892E2933F3}"/>
          </ac:grpSpMkLst>
        </pc:grpChg>
        <pc:grpChg chg="add mod ord">
          <ac:chgData name="Asaf Gendler" userId="1afd4eae-2c10-43ce-b252-87f975bb669c" providerId="ADAL" clId="{3C21E0E4-DD16-40FD-9B43-5BEA7895454C}" dt="2020-04-14T16:45:25.738" v="4229" actId="167"/>
          <ac:grpSpMkLst>
            <pc:docMk/>
            <pc:sldMk cId="4039336801" sldId="355"/>
            <ac:grpSpMk id="83" creationId="{BBD3F0EA-F022-4C25-B299-33F7BD679911}"/>
          </ac:grpSpMkLst>
        </pc:grpChg>
        <pc:picChg chg="add del mod ord">
          <ac:chgData name="Asaf Gendler" userId="1afd4eae-2c10-43ce-b252-87f975bb669c" providerId="ADAL" clId="{3C21E0E4-DD16-40FD-9B43-5BEA7895454C}" dt="2020-04-13T10:38:23.278" v="2832" actId="478"/>
          <ac:picMkLst>
            <pc:docMk/>
            <pc:sldMk cId="4039336801" sldId="355"/>
            <ac:picMk id="8" creationId="{93ECD82B-EFDB-4970-9D66-C81C75494C79}"/>
          </ac:picMkLst>
        </pc:picChg>
        <pc:picChg chg="del">
          <ac:chgData name="Asaf Gendler" userId="1afd4eae-2c10-43ce-b252-87f975bb669c" providerId="ADAL" clId="{3C21E0E4-DD16-40FD-9B43-5BEA7895454C}" dt="2020-04-13T10:30:39.800" v="2753" actId="478"/>
          <ac:picMkLst>
            <pc:docMk/>
            <pc:sldMk cId="4039336801" sldId="355"/>
            <ac:picMk id="9" creationId="{AE0E4FA5-328B-4ED3-9180-513286132521}"/>
          </ac:picMkLst>
        </pc:picChg>
        <pc:picChg chg="add del">
          <ac:chgData name="Asaf Gendler" userId="1afd4eae-2c10-43ce-b252-87f975bb669c" providerId="ADAL" clId="{3C21E0E4-DD16-40FD-9B43-5BEA7895454C}" dt="2020-04-14T16:32:18.337" v="4114" actId="478"/>
          <ac:picMkLst>
            <pc:docMk/>
            <pc:sldMk cId="4039336801" sldId="355"/>
            <ac:picMk id="10" creationId="{DF15FA3E-4392-4D7E-8FFE-11BACA369517}"/>
          </ac:picMkLst>
        </pc:picChg>
        <pc:picChg chg="mod">
          <ac:chgData name="Asaf Gendler" userId="1afd4eae-2c10-43ce-b252-87f975bb669c" providerId="ADAL" clId="{3C21E0E4-DD16-40FD-9B43-5BEA7895454C}" dt="2020-04-14T16:36:34.606" v="4151" actId="1076"/>
          <ac:picMkLst>
            <pc:docMk/>
            <pc:sldMk cId="4039336801" sldId="355"/>
            <ac:picMk id="12" creationId="{60C38608-D5A8-42BD-8397-E83A8D10F4AC}"/>
          </ac:picMkLst>
        </pc:picChg>
        <pc:picChg chg="add del">
          <ac:chgData name="Asaf Gendler" userId="1afd4eae-2c10-43ce-b252-87f975bb669c" providerId="ADAL" clId="{3C21E0E4-DD16-40FD-9B43-5BEA7895454C}" dt="2020-04-13T10:37:42.840" v="2825"/>
          <ac:picMkLst>
            <pc:docMk/>
            <pc:sldMk cId="4039336801" sldId="355"/>
            <ac:picMk id="42" creationId="{93C4EDA9-2A76-48B7-89E7-0D3F0CAF29E7}"/>
          </ac:picMkLst>
        </pc:picChg>
        <pc:picChg chg="add mod">
          <ac:chgData name="Asaf Gendler" userId="1afd4eae-2c10-43ce-b252-87f975bb669c" providerId="ADAL" clId="{3C21E0E4-DD16-40FD-9B43-5BEA7895454C}" dt="2020-04-14T16:32:15.974" v="4113" actId="164"/>
          <ac:picMkLst>
            <pc:docMk/>
            <pc:sldMk cId="4039336801" sldId="355"/>
            <ac:picMk id="42" creationId="{DAC39B6C-8AA3-4BDF-B12C-8A354DA8A19C}"/>
          </ac:picMkLst>
        </pc:picChg>
        <pc:picChg chg="add del mod ord">
          <ac:chgData name="Asaf Gendler" userId="1afd4eae-2c10-43ce-b252-87f975bb669c" providerId="ADAL" clId="{3C21E0E4-DD16-40FD-9B43-5BEA7895454C}" dt="2020-04-14T16:25:09.112" v="3991" actId="478"/>
          <ac:picMkLst>
            <pc:docMk/>
            <pc:sldMk cId="4039336801" sldId="355"/>
            <ac:picMk id="43" creationId="{9FBF68E1-6316-4A98-BF5A-CBC0A1D8493A}"/>
          </ac:picMkLst>
        </pc:picChg>
        <pc:picChg chg="add mod">
          <ac:chgData name="Asaf Gendler" userId="1afd4eae-2c10-43ce-b252-87f975bb669c" providerId="ADAL" clId="{3C21E0E4-DD16-40FD-9B43-5BEA7895454C}" dt="2020-04-14T16:32:15.974" v="4113" actId="164"/>
          <ac:picMkLst>
            <pc:docMk/>
            <pc:sldMk cId="4039336801" sldId="355"/>
            <ac:picMk id="52" creationId="{FA8F4EE8-2777-46BF-8B67-642674920D7A}"/>
          </ac:picMkLst>
        </pc:picChg>
        <pc:picChg chg="add del mod">
          <ac:chgData name="Asaf Gendler" userId="1afd4eae-2c10-43ce-b252-87f975bb669c" providerId="ADAL" clId="{3C21E0E4-DD16-40FD-9B43-5BEA7895454C}" dt="2020-04-14T16:30:38.405" v="4095" actId="478"/>
          <ac:picMkLst>
            <pc:docMk/>
            <pc:sldMk cId="4039336801" sldId="355"/>
            <ac:picMk id="53" creationId="{D3DA8C95-3C40-4DE9-9E2D-0AB834866754}"/>
          </ac:picMkLst>
        </pc:picChg>
        <pc:picChg chg="add del">
          <ac:chgData name="Asaf Gendler" userId="1afd4eae-2c10-43ce-b252-87f975bb669c" providerId="ADAL" clId="{3C21E0E4-DD16-40FD-9B43-5BEA7895454C}" dt="2020-04-14T16:31:31.025" v="4107" actId="478"/>
          <ac:picMkLst>
            <pc:docMk/>
            <pc:sldMk cId="4039336801" sldId="355"/>
            <ac:picMk id="55" creationId="{AA290366-2E6A-4217-81A9-C56DA8E4473B}"/>
          </ac:picMkLst>
        </pc:picChg>
        <pc:picChg chg="add mod ord">
          <ac:chgData name="Asaf Gendler" userId="1afd4eae-2c10-43ce-b252-87f975bb669c" providerId="ADAL" clId="{3C21E0E4-DD16-40FD-9B43-5BEA7895454C}" dt="2020-04-14T16:38:39.508" v="4172" actId="164"/>
          <ac:picMkLst>
            <pc:docMk/>
            <pc:sldMk cId="4039336801" sldId="355"/>
            <ac:picMk id="58" creationId="{0AD450E4-C6C6-4549-8AD1-61E1E562BCD1}"/>
          </ac:picMkLst>
        </pc:picChg>
        <pc:cxnChg chg="mod">
          <ac:chgData name="Asaf Gendler" userId="1afd4eae-2c10-43ce-b252-87f975bb669c" providerId="ADAL" clId="{3C21E0E4-DD16-40FD-9B43-5BEA7895454C}" dt="2020-04-13T10:34:08.566" v="2807" actId="14100"/>
          <ac:cxnSpMkLst>
            <pc:docMk/>
            <pc:sldMk cId="4039336801" sldId="355"/>
            <ac:cxnSpMk id="11" creationId="{85BBE829-B4BA-46EA-9B95-9EE713F88904}"/>
          </ac:cxnSpMkLst>
        </pc:cxnChg>
        <pc:cxnChg chg="mod">
          <ac:chgData name="Asaf Gendler" userId="1afd4eae-2c10-43ce-b252-87f975bb669c" providerId="ADAL" clId="{3C21E0E4-DD16-40FD-9B43-5BEA7895454C}" dt="2020-04-14T16:40:14.897" v="4183" actId="14100"/>
          <ac:cxnSpMkLst>
            <pc:docMk/>
            <pc:sldMk cId="4039336801" sldId="355"/>
            <ac:cxnSpMk id="14" creationId="{0BAAA50B-9113-4453-AA5F-7DF9A4BFE1F5}"/>
          </ac:cxnSpMkLst>
        </pc:cxnChg>
        <pc:cxnChg chg="mod">
          <ac:chgData name="Asaf Gendler" userId="1afd4eae-2c10-43ce-b252-87f975bb669c" providerId="ADAL" clId="{3C21E0E4-DD16-40FD-9B43-5BEA7895454C}" dt="2020-04-14T16:37:19.779" v="4164" actId="14100"/>
          <ac:cxnSpMkLst>
            <pc:docMk/>
            <pc:sldMk cId="4039336801" sldId="355"/>
            <ac:cxnSpMk id="15" creationId="{1217864A-C540-4E60-A0D6-9BFC276867FB}"/>
          </ac:cxnSpMkLst>
        </pc:cxnChg>
        <pc:cxnChg chg="mod">
          <ac:chgData name="Asaf Gendler" userId="1afd4eae-2c10-43ce-b252-87f975bb669c" providerId="ADAL" clId="{3C21E0E4-DD16-40FD-9B43-5BEA7895454C}" dt="2020-04-14T16:36:49.335" v="4155" actId="14100"/>
          <ac:cxnSpMkLst>
            <pc:docMk/>
            <pc:sldMk cId="4039336801" sldId="355"/>
            <ac:cxnSpMk id="17" creationId="{0410A98B-0653-469B-B6F3-C455F4435FFC}"/>
          </ac:cxnSpMkLst>
        </pc:cxnChg>
        <pc:cxnChg chg="mod">
          <ac:chgData name="Asaf Gendler" userId="1afd4eae-2c10-43ce-b252-87f975bb669c" providerId="ADAL" clId="{3C21E0E4-DD16-40FD-9B43-5BEA7895454C}" dt="2020-04-14T16:36:52.871" v="4156" actId="14100"/>
          <ac:cxnSpMkLst>
            <pc:docMk/>
            <pc:sldMk cId="4039336801" sldId="355"/>
            <ac:cxnSpMk id="20" creationId="{ADEE03A8-549C-4188-957F-8151587C4A35}"/>
          </ac:cxnSpMkLst>
        </pc:cxnChg>
        <pc:cxnChg chg="mod">
          <ac:chgData name="Asaf Gendler" userId="1afd4eae-2c10-43ce-b252-87f975bb669c" providerId="ADAL" clId="{3C21E0E4-DD16-40FD-9B43-5BEA7895454C}" dt="2020-04-14T16:36:56.703" v="4157" actId="14100"/>
          <ac:cxnSpMkLst>
            <pc:docMk/>
            <pc:sldMk cId="4039336801" sldId="355"/>
            <ac:cxnSpMk id="23" creationId="{FACE9237-B0B1-433B-A9A0-75FF5AD3B198}"/>
          </ac:cxnSpMkLst>
        </pc:cxnChg>
        <pc:cxnChg chg="mod">
          <ac:chgData name="Asaf Gendler" userId="1afd4eae-2c10-43ce-b252-87f975bb669c" providerId="ADAL" clId="{3C21E0E4-DD16-40FD-9B43-5BEA7895454C}" dt="2020-04-14T16:37:03.302" v="4159" actId="14100"/>
          <ac:cxnSpMkLst>
            <pc:docMk/>
            <pc:sldMk cId="4039336801" sldId="355"/>
            <ac:cxnSpMk id="26" creationId="{0A738E38-3B47-4726-84E3-45CA019CB500}"/>
          </ac:cxnSpMkLst>
        </pc:cxnChg>
        <pc:cxnChg chg="mod">
          <ac:chgData name="Asaf Gendler" userId="1afd4eae-2c10-43ce-b252-87f975bb669c" providerId="ADAL" clId="{3C21E0E4-DD16-40FD-9B43-5BEA7895454C}" dt="2020-04-14T16:37:09.045" v="4161" actId="14100"/>
          <ac:cxnSpMkLst>
            <pc:docMk/>
            <pc:sldMk cId="4039336801" sldId="355"/>
            <ac:cxnSpMk id="29" creationId="{C2F218AD-B2A1-402D-98FA-396057A3CDFE}"/>
          </ac:cxnSpMkLst>
        </pc:cxnChg>
        <pc:cxnChg chg="add mod">
          <ac:chgData name="Asaf Gendler" userId="1afd4eae-2c10-43ce-b252-87f975bb669c" providerId="ADAL" clId="{3C21E0E4-DD16-40FD-9B43-5BEA7895454C}" dt="2020-04-14T16:37:15.922" v="4163" actId="14100"/>
          <ac:cxnSpMkLst>
            <pc:docMk/>
            <pc:sldMk cId="4039336801" sldId="355"/>
            <ac:cxnSpMk id="30" creationId="{5958A4D2-9F28-4B6C-939C-C95F4EAAA42C}"/>
          </ac:cxnSpMkLst>
        </pc:cxnChg>
        <pc:cxnChg chg="add mod">
          <ac:chgData name="Asaf Gendler" userId="1afd4eae-2c10-43ce-b252-87f975bb669c" providerId="ADAL" clId="{3C21E0E4-DD16-40FD-9B43-5BEA7895454C}" dt="2020-04-14T16:32:15.974" v="4113" actId="164"/>
          <ac:cxnSpMkLst>
            <pc:docMk/>
            <pc:sldMk cId="4039336801" sldId="355"/>
            <ac:cxnSpMk id="45" creationId="{69E04D8A-941C-425F-89A7-6BA86152E0DC}"/>
          </ac:cxnSpMkLst>
        </pc:cxnChg>
        <pc:cxnChg chg="add mod">
          <ac:chgData name="Asaf Gendler" userId="1afd4eae-2c10-43ce-b252-87f975bb669c" providerId="ADAL" clId="{3C21E0E4-DD16-40FD-9B43-5BEA7895454C}" dt="2020-04-14T16:32:15.974" v="4113" actId="164"/>
          <ac:cxnSpMkLst>
            <pc:docMk/>
            <pc:sldMk cId="4039336801" sldId="355"/>
            <ac:cxnSpMk id="46" creationId="{44F84BB4-29BA-46EB-9747-64EA0097E496}"/>
          </ac:cxnSpMkLst>
        </pc:cxnChg>
        <pc:cxnChg chg="add mod">
          <ac:chgData name="Asaf Gendler" userId="1afd4eae-2c10-43ce-b252-87f975bb669c" providerId="ADAL" clId="{3C21E0E4-DD16-40FD-9B43-5BEA7895454C}" dt="2020-04-14T16:38:49.786" v="4173" actId="164"/>
          <ac:cxnSpMkLst>
            <pc:docMk/>
            <pc:sldMk cId="4039336801" sldId="355"/>
            <ac:cxnSpMk id="48" creationId="{6106B83A-76E3-4F23-82D3-F82F8B88D736}"/>
          </ac:cxnSpMkLst>
        </pc:cxnChg>
        <pc:cxnChg chg="add mod">
          <ac:chgData name="Asaf Gendler" userId="1afd4eae-2c10-43ce-b252-87f975bb669c" providerId="ADAL" clId="{3C21E0E4-DD16-40FD-9B43-5BEA7895454C}" dt="2020-04-14T16:32:15.974" v="4113" actId="164"/>
          <ac:cxnSpMkLst>
            <pc:docMk/>
            <pc:sldMk cId="4039336801" sldId="355"/>
            <ac:cxnSpMk id="51" creationId="{167BD709-3A2B-42EF-BC5E-119441010726}"/>
          </ac:cxnSpMkLst>
        </pc:cxnChg>
        <pc:cxnChg chg="add mod">
          <ac:chgData name="Asaf Gendler" userId="1afd4eae-2c10-43ce-b252-87f975bb669c" providerId="ADAL" clId="{3C21E0E4-DD16-40FD-9B43-5BEA7895454C}" dt="2020-04-14T16:38:39.508" v="4172" actId="164"/>
          <ac:cxnSpMkLst>
            <pc:docMk/>
            <pc:sldMk cId="4039336801" sldId="355"/>
            <ac:cxnSpMk id="60" creationId="{E05CEA52-0724-4175-A111-2FE9B37E760D}"/>
          </ac:cxnSpMkLst>
        </pc:cxnChg>
      </pc:sldChg>
      <pc:sldChg chg="addSp delSp modSp add mod addAnim delAnim modAnim modNotesTx">
        <pc:chgData name="Asaf Gendler" userId="1afd4eae-2c10-43ce-b252-87f975bb669c" providerId="ADAL" clId="{3C21E0E4-DD16-40FD-9B43-5BEA7895454C}" dt="2020-04-16T15:08:42.474" v="8512" actId="1076"/>
        <pc:sldMkLst>
          <pc:docMk/>
          <pc:sldMk cId="3086873663" sldId="356"/>
        </pc:sldMkLst>
        <pc:spChg chg="add mod topLvl">
          <ac:chgData name="Asaf Gendler" userId="1afd4eae-2c10-43ce-b252-87f975bb669c" providerId="ADAL" clId="{3C21E0E4-DD16-40FD-9B43-5BEA7895454C}" dt="2020-04-16T14:59:29.537" v="8431" actId="165"/>
          <ac:spMkLst>
            <pc:docMk/>
            <pc:sldMk cId="3086873663" sldId="356"/>
            <ac:spMk id="3" creationId="{3B2839A6-2C0A-44B2-BBF8-DEDF85485C0F}"/>
          </ac:spMkLst>
        </pc:spChg>
        <pc:spChg chg="mod">
          <ac:chgData name="Asaf Gendler" userId="1afd4eae-2c10-43ce-b252-87f975bb669c" providerId="ADAL" clId="{3C21E0E4-DD16-40FD-9B43-5BEA7895454C}" dt="2020-04-16T14:43:17.954" v="8353" actId="1037"/>
          <ac:spMkLst>
            <pc:docMk/>
            <pc:sldMk cId="3086873663" sldId="356"/>
            <ac:spMk id="5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6T14:43:17.954" v="8353" actId="1037"/>
          <ac:spMkLst>
            <pc:docMk/>
            <pc:sldMk cId="3086873663" sldId="356"/>
            <ac:spMk id="7" creationId="{00000000-0000-0000-0000-000000000000}"/>
          </ac:spMkLst>
        </pc:spChg>
        <pc:spChg chg="del">
          <ac:chgData name="Asaf Gendler" userId="1afd4eae-2c10-43ce-b252-87f975bb669c" providerId="ADAL" clId="{3C21E0E4-DD16-40FD-9B43-5BEA7895454C}" dt="2020-04-14T16:56:59.147" v="4489" actId="478"/>
          <ac:spMkLst>
            <pc:docMk/>
            <pc:sldMk cId="3086873663" sldId="356"/>
            <ac:spMk id="10" creationId="{00719842-24A2-460E-8653-8BFFE18CCA62}"/>
          </ac:spMkLst>
        </pc:spChg>
        <pc:spChg chg="mod ord topLvl">
          <ac:chgData name="Asaf Gendler" userId="1afd4eae-2c10-43ce-b252-87f975bb669c" providerId="ADAL" clId="{3C21E0E4-DD16-40FD-9B43-5BEA7895454C}" dt="2020-04-16T14:59:12.833" v="8429" actId="165"/>
          <ac:spMkLst>
            <pc:docMk/>
            <pc:sldMk cId="3086873663" sldId="356"/>
            <ac:spMk id="13" creationId="{8A2A42DC-953E-494C-AC50-55A5894D6136}"/>
          </ac:spMkLst>
        </pc:spChg>
        <pc:spChg chg="mod topLvl">
          <ac:chgData name="Asaf Gendler" userId="1afd4eae-2c10-43ce-b252-87f975bb669c" providerId="ADAL" clId="{3C21E0E4-DD16-40FD-9B43-5BEA7895454C}" dt="2020-04-16T14:43:17.954" v="8353" actId="1037"/>
          <ac:spMkLst>
            <pc:docMk/>
            <pc:sldMk cId="3086873663" sldId="356"/>
            <ac:spMk id="15" creationId="{43ABADD7-BB4F-4E66-A6A3-9F909B7E1DCE}"/>
          </ac:spMkLst>
        </pc:spChg>
        <pc:spChg chg="mod topLvl">
          <ac:chgData name="Asaf Gendler" userId="1afd4eae-2c10-43ce-b252-87f975bb669c" providerId="ADAL" clId="{3C21E0E4-DD16-40FD-9B43-5BEA7895454C}" dt="2020-04-16T14:59:20.269" v="8430" actId="165"/>
          <ac:spMkLst>
            <pc:docMk/>
            <pc:sldMk cId="3086873663" sldId="356"/>
            <ac:spMk id="17" creationId="{4BA5050C-F108-46DE-9844-7E8606FCB097}"/>
          </ac:spMkLst>
        </pc:spChg>
        <pc:spChg chg="mod topLvl">
          <ac:chgData name="Asaf Gendler" userId="1afd4eae-2c10-43ce-b252-87f975bb669c" providerId="ADAL" clId="{3C21E0E4-DD16-40FD-9B43-5BEA7895454C}" dt="2020-04-16T14:59:20.269" v="8430" actId="165"/>
          <ac:spMkLst>
            <pc:docMk/>
            <pc:sldMk cId="3086873663" sldId="356"/>
            <ac:spMk id="19" creationId="{980F6F8C-890C-4CE0-B583-C4DFBD01EAD9}"/>
          </ac:spMkLst>
        </pc:spChg>
        <pc:spChg chg="add del mod">
          <ac:chgData name="Asaf Gendler" userId="1afd4eae-2c10-43ce-b252-87f975bb669c" providerId="ADAL" clId="{3C21E0E4-DD16-40FD-9B43-5BEA7895454C}" dt="2020-04-16T14:22:11.387" v="8274"/>
          <ac:spMkLst>
            <pc:docMk/>
            <pc:sldMk cId="3086873663" sldId="356"/>
            <ac:spMk id="25" creationId="{BA68F2F4-A4E6-4664-81A5-EA1BB594FB6D}"/>
          </ac:spMkLst>
        </pc:spChg>
        <pc:spChg chg="add del mod">
          <ac:chgData name="Asaf Gendler" userId="1afd4eae-2c10-43ce-b252-87f975bb669c" providerId="ADAL" clId="{3C21E0E4-DD16-40FD-9B43-5BEA7895454C}" dt="2020-04-16T14:21:44.962" v="8268"/>
          <ac:spMkLst>
            <pc:docMk/>
            <pc:sldMk cId="3086873663" sldId="356"/>
            <ac:spMk id="27" creationId="{889E7B3B-6954-434D-8428-CB7BAF440EE1}"/>
          </ac:spMkLst>
        </pc:spChg>
        <pc:spChg chg="add mod">
          <ac:chgData name="Asaf Gendler" userId="1afd4eae-2c10-43ce-b252-87f975bb669c" providerId="ADAL" clId="{3C21E0E4-DD16-40FD-9B43-5BEA7895454C}" dt="2020-04-16T15:08:42.474" v="8512" actId="1076"/>
          <ac:spMkLst>
            <pc:docMk/>
            <pc:sldMk cId="3086873663" sldId="356"/>
            <ac:spMk id="28" creationId="{17150119-E039-4E43-9679-477CA4359D15}"/>
          </ac:spMkLst>
        </pc:spChg>
        <pc:spChg chg="add del mod ord">
          <ac:chgData name="Asaf Gendler" userId="1afd4eae-2c10-43ce-b252-87f975bb669c" providerId="ADAL" clId="{3C21E0E4-DD16-40FD-9B43-5BEA7895454C}" dt="2020-04-16T15:02:58.319" v="8479"/>
          <ac:spMkLst>
            <pc:docMk/>
            <pc:sldMk cId="3086873663" sldId="356"/>
            <ac:spMk id="30" creationId="{E371F517-E487-42B0-AA14-89FEC7CA47E4}"/>
          </ac:spMkLst>
        </pc:spChg>
        <pc:spChg chg="add del mod">
          <ac:chgData name="Asaf Gendler" userId="1afd4eae-2c10-43ce-b252-87f975bb669c" providerId="ADAL" clId="{3C21E0E4-DD16-40FD-9B43-5BEA7895454C}" dt="2020-04-16T14:43:17.954" v="8353" actId="1037"/>
          <ac:spMkLst>
            <pc:docMk/>
            <pc:sldMk cId="3086873663" sldId="356"/>
            <ac:spMk id="36" creationId="{B34903B4-671B-45E1-A350-ECA1379479DD}"/>
          </ac:spMkLst>
        </pc:spChg>
        <pc:spChg chg="add mod">
          <ac:chgData name="Asaf Gendler" userId="1afd4eae-2c10-43ce-b252-87f975bb669c" providerId="ADAL" clId="{3C21E0E4-DD16-40FD-9B43-5BEA7895454C}" dt="2020-04-14T17:27:57.024" v="4805" actId="164"/>
          <ac:spMkLst>
            <pc:docMk/>
            <pc:sldMk cId="3086873663" sldId="356"/>
            <ac:spMk id="51" creationId="{82D420FB-2F2D-41E7-A289-187E2E6F384E}"/>
          </ac:spMkLst>
        </pc:spChg>
        <pc:spChg chg="add mod">
          <ac:chgData name="Asaf Gendler" userId="1afd4eae-2c10-43ce-b252-87f975bb669c" providerId="ADAL" clId="{3C21E0E4-DD16-40FD-9B43-5BEA7895454C}" dt="2020-04-16T14:43:30.018" v="8354" actId="1076"/>
          <ac:spMkLst>
            <pc:docMk/>
            <pc:sldMk cId="3086873663" sldId="356"/>
            <ac:spMk id="53" creationId="{31D608FB-28DC-4F4B-B089-E09BBAFE2992}"/>
          </ac:spMkLst>
        </pc:spChg>
        <pc:grpChg chg="add del mod">
          <ac:chgData name="Asaf Gendler" userId="1afd4eae-2c10-43ce-b252-87f975bb669c" providerId="ADAL" clId="{3C21E0E4-DD16-40FD-9B43-5BEA7895454C}" dt="2020-04-14T17:00:49.087" v="4524" actId="165"/>
          <ac:grpSpMkLst>
            <pc:docMk/>
            <pc:sldMk cId="3086873663" sldId="356"/>
            <ac:grpSpMk id="4" creationId="{43647202-2E96-4575-9C24-E6DF99296225}"/>
          </ac:grpSpMkLst>
        </pc:grpChg>
        <pc:grpChg chg="add mod">
          <ac:chgData name="Asaf Gendler" userId="1afd4eae-2c10-43ce-b252-87f975bb669c" providerId="ADAL" clId="{3C21E0E4-DD16-40FD-9B43-5BEA7895454C}" dt="2020-04-16T14:13:32.487" v="8256" actId="164"/>
          <ac:grpSpMkLst>
            <pc:docMk/>
            <pc:sldMk cId="3086873663" sldId="356"/>
            <ac:grpSpMk id="4" creationId="{9D9366CD-4279-4C1C-B7B1-DAAAFF90EA7E}"/>
          </ac:grpSpMkLst>
        </pc:grpChg>
        <pc:grpChg chg="add del mod topLvl">
          <ac:chgData name="Asaf Gendler" userId="1afd4eae-2c10-43ce-b252-87f975bb669c" providerId="ADAL" clId="{3C21E0E4-DD16-40FD-9B43-5BEA7895454C}" dt="2020-04-14T17:00:53.902" v="4525" actId="165"/>
          <ac:grpSpMkLst>
            <pc:docMk/>
            <pc:sldMk cId="3086873663" sldId="356"/>
            <ac:grpSpMk id="9" creationId="{3417D27A-B287-4A82-9F83-66D06DB65C40}"/>
          </ac:grpSpMkLst>
        </pc:grpChg>
        <pc:grpChg chg="del mod topLvl">
          <ac:chgData name="Asaf Gendler" userId="1afd4eae-2c10-43ce-b252-87f975bb669c" providerId="ADAL" clId="{3C21E0E4-DD16-40FD-9B43-5BEA7895454C}" dt="2020-04-14T17:00:59.071" v="4526" actId="165"/>
          <ac:grpSpMkLst>
            <pc:docMk/>
            <pc:sldMk cId="3086873663" sldId="356"/>
            <ac:grpSpMk id="11" creationId="{641D9600-10F4-4B9D-91D5-069BB1FFDB14}"/>
          </ac:grpSpMkLst>
        </pc:grpChg>
        <pc:grpChg chg="del mod topLvl">
          <ac:chgData name="Asaf Gendler" userId="1afd4eae-2c10-43ce-b252-87f975bb669c" providerId="ADAL" clId="{3C21E0E4-DD16-40FD-9B43-5BEA7895454C}" dt="2020-04-14T17:01:03.906" v="4527" actId="165"/>
          <ac:grpSpMkLst>
            <pc:docMk/>
            <pc:sldMk cId="3086873663" sldId="356"/>
            <ac:grpSpMk id="14" creationId="{7E0C94AC-3F5C-445A-BC2C-D304185EEF60}"/>
          </ac:grpSpMkLst>
        </pc:grpChg>
        <pc:grpChg chg="add del mod topLvl">
          <ac:chgData name="Asaf Gendler" userId="1afd4eae-2c10-43ce-b252-87f975bb669c" providerId="ADAL" clId="{3C21E0E4-DD16-40FD-9B43-5BEA7895454C}" dt="2020-04-16T14:59:29.537" v="8431" actId="165"/>
          <ac:grpSpMkLst>
            <pc:docMk/>
            <pc:sldMk cId="3086873663" sldId="356"/>
            <ac:grpSpMk id="20" creationId="{FF9CDCFA-C976-4635-90C8-DC005E9A5B3E}"/>
          </ac:grpSpMkLst>
        </pc:grpChg>
        <pc:grpChg chg="add del mod topLvl">
          <ac:chgData name="Asaf Gendler" userId="1afd4eae-2c10-43ce-b252-87f975bb669c" providerId="ADAL" clId="{3C21E0E4-DD16-40FD-9B43-5BEA7895454C}" dt="2020-04-16T14:59:20.269" v="8430" actId="165"/>
          <ac:grpSpMkLst>
            <pc:docMk/>
            <pc:sldMk cId="3086873663" sldId="356"/>
            <ac:grpSpMk id="35" creationId="{0F697DBD-6EF4-4354-871F-301595A5CF25}"/>
          </ac:grpSpMkLst>
        </pc:grpChg>
        <pc:grpChg chg="add del mod">
          <ac:chgData name="Asaf Gendler" userId="1afd4eae-2c10-43ce-b252-87f975bb669c" providerId="ADAL" clId="{3C21E0E4-DD16-40FD-9B43-5BEA7895454C}" dt="2020-04-16T14:59:12.833" v="8429" actId="165"/>
          <ac:grpSpMkLst>
            <pc:docMk/>
            <pc:sldMk cId="3086873663" sldId="356"/>
            <ac:grpSpMk id="37" creationId="{64F4E8FE-9935-4350-84F2-4880710410BE}"/>
          </ac:grpSpMkLst>
        </pc:grpChg>
        <pc:grpChg chg="add mod">
          <ac:chgData name="Asaf Gendler" userId="1afd4eae-2c10-43ce-b252-87f975bb669c" providerId="ADAL" clId="{3C21E0E4-DD16-40FD-9B43-5BEA7895454C}" dt="2020-04-16T14:43:17.954" v="8353" actId="1037"/>
          <ac:grpSpMkLst>
            <pc:docMk/>
            <pc:sldMk cId="3086873663" sldId="356"/>
            <ac:grpSpMk id="52" creationId="{C79915D0-4F76-4ACB-B850-6791EC6AAD75}"/>
          </ac:grpSpMkLst>
        </pc:grpChg>
        <pc:graphicFrameChg chg="del">
          <ac:chgData name="Asaf Gendler" userId="1afd4eae-2c10-43ce-b252-87f975bb669c" providerId="ADAL" clId="{3C21E0E4-DD16-40FD-9B43-5BEA7895454C}" dt="2020-04-14T16:56:55.086" v="4486" actId="478"/>
          <ac:graphicFrameMkLst>
            <pc:docMk/>
            <pc:sldMk cId="3086873663" sldId="356"/>
            <ac:graphicFrameMk id="6" creationId="{EE079AA3-D18F-4A81-B61C-7356B70FDC40}"/>
          </ac:graphicFrameMkLst>
        </pc:graphicFrameChg>
        <pc:picChg chg="mod ord topLvl modCrop">
          <ac:chgData name="Asaf Gendler" userId="1afd4eae-2c10-43ce-b252-87f975bb669c" providerId="ADAL" clId="{3C21E0E4-DD16-40FD-9B43-5BEA7895454C}" dt="2020-04-16T14:59:20.269" v="8430" actId="165"/>
          <ac:picMkLst>
            <pc:docMk/>
            <pc:sldMk cId="3086873663" sldId="356"/>
            <ac:picMk id="8" creationId="{00000000-0000-0000-0000-000000000000}"/>
          </ac:picMkLst>
        </pc:picChg>
        <pc:picChg chg="del">
          <ac:chgData name="Asaf Gendler" userId="1afd4eae-2c10-43ce-b252-87f975bb669c" providerId="ADAL" clId="{3C21E0E4-DD16-40FD-9B43-5BEA7895454C}" dt="2020-04-14T17:18:21.553" v="4720" actId="478"/>
          <ac:picMkLst>
            <pc:docMk/>
            <pc:sldMk cId="3086873663" sldId="356"/>
            <ac:picMk id="12" creationId="{54F28DAD-F773-485A-983E-DC8C8BE27F3C}"/>
          </ac:picMkLst>
        </pc:picChg>
        <pc:picChg chg="mod ord topLvl modCrop">
          <ac:chgData name="Asaf Gendler" userId="1afd4eae-2c10-43ce-b252-87f975bb669c" providerId="ADAL" clId="{3C21E0E4-DD16-40FD-9B43-5BEA7895454C}" dt="2020-04-16T15:02:46.911" v="8470" actId="166"/>
          <ac:picMkLst>
            <pc:docMk/>
            <pc:sldMk cId="3086873663" sldId="356"/>
            <ac:picMk id="16" creationId="{C474D2F4-6D78-44BF-B61A-373BFD4874A4}"/>
          </ac:picMkLst>
        </pc:picChg>
        <pc:picChg chg="add del mod ord modCrop">
          <ac:chgData name="Asaf Gendler" userId="1afd4eae-2c10-43ce-b252-87f975bb669c" providerId="ADAL" clId="{3C21E0E4-DD16-40FD-9B43-5BEA7895454C}" dt="2020-04-16T15:02:58.319" v="8479"/>
          <ac:picMkLst>
            <pc:docMk/>
            <pc:sldMk cId="3086873663" sldId="356"/>
            <ac:picMk id="29" creationId="{0B3D710E-0631-424C-B108-BE929847B393}"/>
          </ac:picMkLst>
        </pc:picChg>
        <pc:picChg chg="add del mod ord modCrop">
          <ac:chgData name="Asaf Gendler" userId="1afd4eae-2c10-43ce-b252-87f975bb669c" providerId="ADAL" clId="{3C21E0E4-DD16-40FD-9B43-5BEA7895454C}" dt="2020-04-16T15:02:54.294" v="8474"/>
          <ac:picMkLst>
            <pc:docMk/>
            <pc:sldMk cId="3086873663" sldId="356"/>
            <ac:picMk id="31" creationId="{FC12FDDC-07FD-41FD-A571-EAB2B101EB1A}"/>
          </ac:picMkLst>
        </pc:picChg>
        <pc:picChg chg="add del ord">
          <ac:chgData name="Asaf Gendler" userId="1afd4eae-2c10-43ce-b252-87f975bb669c" providerId="ADAL" clId="{3C21E0E4-DD16-40FD-9B43-5BEA7895454C}" dt="2020-04-16T15:05:17.963" v="8497" actId="166"/>
          <ac:picMkLst>
            <pc:docMk/>
            <pc:sldMk cId="3086873663" sldId="356"/>
            <ac:picMk id="32" creationId="{A6ADA81E-49C2-483A-8F5F-4958DD0501D0}"/>
          </ac:picMkLst>
        </pc:picChg>
        <pc:picChg chg="add mod ord">
          <ac:chgData name="Asaf Gendler" userId="1afd4eae-2c10-43ce-b252-87f975bb669c" providerId="ADAL" clId="{3C21E0E4-DD16-40FD-9B43-5BEA7895454C}" dt="2020-04-16T15:05:53.696" v="8500" actId="1076"/>
          <ac:picMkLst>
            <pc:docMk/>
            <pc:sldMk cId="3086873663" sldId="356"/>
            <ac:picMk id="33" creationId="{9AA7DC22-5A09-46B5-A53E-9BE37828CE3F}"/>
          </ac:picMkLst>
        </pc:picChg>
        <pc:cxnChg chg="mod topLvl">
          <ac:chgData name="Asaf Gendler" userId="1afd4eae-2c10-43ce-b252-87f975bb669c" providerId="ADAL" clId="{3C21E0E4-DD16-40FD-9B43-5BEA7895454C}" dt="2020-04-16T14:59:20.269" v="8430" actId="165"/>
          <ac:cxnSpMkLst>
            <pc:docMk/>
            <pc:sldMk cId="3086873663" sldId="356"/>
            <ac:cxnSpMk id="18" creationId="{1D201419-BD37-4A28-99C1-907897C3FA88}"/>
          </ac:cxnSpMkLst>
        </pc:cxnChg>
        <pc:cxnChg chg="add mod topLvl">
          <ac:chgData name="Asaf Gendler" userId="1afd4eae-2c10-43ce-b252-87f975bb669c" providerId="ADAL" clId="{3C21E0E4-DD16-40FD-9B43-5BEA7895454C}" dt="2020-04-16T14:59:20.269" v="8430" actId="165"/>
          <ac:cxnSpMkLst>
            <pc:docMk/>
            <pc:sldMk cId="3086873663" sldId="356"/>
            <ac:cxnSpMk id="21" creationId="{8A9E1F0A-EAF6-43BC-BFEE-494A3C3034F7}"/>
          </ac:cxnSpMkLst>
        </pc:cxnChg>
        <pc:cxnChg chg="add del mod">
          <ac:chgData name="Asaf Gendler" userId="1afd4eae-2c10-43ce-b252-87f975bb669c" providerId="ADAL" clId="{3C21E0E4-DD16-40FD-9B43-5BEA7895454C}" dt="2020-04-16T14:12:23.004" v="8248"/>
          <ac:cxnSpMkLst>
            <pc:docMk/>
            <pc:sldMk cId="3086873663" sldId="356"/>
            <ac:cxnSpMk id="24" creationId="{42EEEA6A-01B2-40C1-BD0A-BE9826E4F576}"/>
          </ac:cxnSpMkLst>
        </pc:cxnChg>
        <pc:cxnChg chg="add mod">
          <ac:chgData name="Asaf Gendler" userId="1afd4eae-2c10-43ce-b252-87f975bb669c" providerId="ADAL" clId="{3C21E0E4-DD16-40FD-9B43-5BEA7895454C}" dt="2020-04-14T17:27:57.024" v="4805" actId="164"/>
          <ac:cxnSpMkLst>
            <pc:docMk/>
            <pc:sldMk cId="3086873663" sldId="356"/>
            <ac:cxnSpMk id="39" creationId="{B42F0D3E-3ED8-4093-BA29-B434EBD8329D}"/>
          </ac:cxnSpMkLst>
        </pc:cxnChg>
        <pc:cxnChg chg="add mod">
          <ac:chgData name="Asaf Gendler" userId="1afd4eae-2c10-43ce-b252-87f975bb669c" providerId="ADAL" clId="{3C21E0E4-DD16-40FD-9B43-5BEA7895454C}" dt="2020-04-14T17:27:57.024" v="4805" actId="164"/>
          <ac:cxnSpMkLst>
            <pc:docMk/>
            <pc:sldMk cId="3086873663" sldId="356"/>
            <ac:cxnSpMk id="42" creationId="{E4A2BF2E-ACBF-4D79-B793-730F7EE72716}"/>
          </ac:cxnSpMkLst>
        </pc:cxnChg>
        <pc:cxnChg chg="add mod ord">
          <ac:chgData name="Asaf Gendler" userId="1afd4eae-2c10-43ce-b252-87f975bb669c" providerId="ADAL" clId="{3C21E0E4-DD16-40FD-9B43-5BEA7895454C}" dt="2020-04-16T15:02:44.503" v="8466" actId="166"/>
          <ac:cxnSpMkLst>
            <pc:docMk/>
            <pc:sldMk cId="3086873663" sldId="356"/>
            <ac:cxnSpMk id="48" creationId="{19ECBE72-079F-4C9E-BF2E-59469CCCDCCD}"/>
          </ac:cxnSpMkLst>
        </pc:cxnChg>
      </pc:sldChg>
      <pc:sldChg chg="addSp delSp modSp add del modAnim">
        <pc:chgData name="Asaf Gendler" userId="1afd4eae-2c10-43ce-b252-87f975bb669c" providerId="ADAL" clId="{3C21E0E4-DD16-40FD-9B43-5BEA7895454C}" dt="2020-04-14T16:47:45.585" v="4233" actId="47"/>
        <pc:sldMkLst>
          <pc:docMk/>
          <pc:sldMk cId="3497172331" sldId="356"/>
        </pc:sldMkLst>
        <pc:spChg chg="mod topLvl">
          <ac:chgData name="Asaf Gendler" userId="1afd4eae-2c10-43ce-b252-87f975bb669c" providerId="ADAL" clId="{3C21E0E4-DD16-40FD-9B43-5BEA7895454C}" dt="2020-04-14T16:25:07.370" v="3987" actId="165"/>
          <ac:spMkLst>
            <pc:docMk/>
            <pc:sldMk cId="3497172331" sldId="356"/>
            <ac:spMk id="19" creationId="{667ACDAC-0CBA-4270-B740-471EAF54A3C0}"/>
          </ac:spMkLst>
        </pc:spChg>
        <pc:grpChg chg="add del mod">
          <ac:chgData name="Asaf Gendler" userId="1afd4eae-2c10-43ce-b252-87f975bb669c" providerId="ADAL" clId="{3C21E0E4-DD16-40FD-9B43-5BEA7895454C}" dt="2020-04-14T16:25:07.595" v="3988" actId="165"/>
          <ac:grpSpMkLst>
            <pc:docMk/>
            <pc:sldMk cId="3497172331" sldId="356"/>
            <ac:grpSpMk id="11" creationId="{A06310A2-DD45-4A21-B6CC-E73F1046B938}"/>
          </ac:grpSpMkLst>
        </pc:grpChg>
        <pc:grpChg chg="add del mod topLvl">
          <ac:chgData name="Asaf Gendler" userId="1afd4eae-2c10-43ce-b252-87f975bb669c" providerId="ADAL" clId="{3C21E0E4-DD16-40FD-9B43-5BEA7895454C}" dt="2020-04-14T16:25:07.370" v="3987" actId="165"/>
          <ac:grpSpMkLst>
            <pc:docMk/>
            <pc:sldMk cId="3497172331" sldId="356"/>
            <ac:grpSpMk id="31" creationId="{902932BC-77FD-44CB-8F76-DA4BFF4DD72B}"/>
          </ac:grpSpMkLst>
        </pc:grpChg>
        <pc:grpChg chg="add del mod topLvl">
          <ac:chgData name="Asaf Gendler" userId="1afd4eae-2c10-43ce-b252-87f975bb669c" providerId="ADAL" clId="{3C21E0E4-DD16-40FD-9B43-5BEA7895454C}" dt="2020-04-14T16:25:07.595" v="3988" actId="165"/>
          <ac:grpSpMkLst>
            <pc:docMk/>
            <pc:sldMk cId="3497172331" sldId="356"/>
            <ac:grpSpMk id="40" creationId="{F554798B-D221-45E7-AB8B-0E76570CE94E}"/>
          </ac:grpSpMkLst>
        </pc:grpChg>
        <pc:grpChg chg="mod topLvl">
          <ac:chgData name="Asaf Gendler" userId="1afd4eae-2c10-43ce-b252-87f975bb669c" providerId="ADAL" clId="{3C21E0E4-DD16-40FD-9B43-5BEA7895454C}" dt="2020-04-14T16:25:07.595" v="3988" actId="165"/>
          <ac:grpSpMkLst>
            <pc:docMk/>
            <pc:sldMk cId="3497172331" sldId="356"/>
            <ac:grpSpMk id="41" creationId="{E0BAF8EF-ED31-4B92-BDC8-A1D435827CC7}"/>
          </ac:grpSpMkLst>
        </pc:grpChg>
        <pc:picChg chg="mod topLvl">
          <ac:chgData name="Asaf Gendler" userId="1afd4eae-2c10-43ce-b252-87f975bb669c" providerId="ADAL" clId="{3C21E0E4-DD16-40FD-9B43-5BEA7895454C}" dt="2020-04-14T16:25:07.216" v="3986" actId="165"/>
          <ac:picMkLst>
            <pc:docMk/>
            <pc:sldMk cId="3497172331" sldId="356"/>
            <ac:picMk id="8" creationId="{2C8EED50-664C-4F69-9C46-9E4CF0ACADD6}"/>
          </ac:picMkLst>
        </pc:picChg>
        <pc:picChg chg="mod topLvl">
          <ac:chgData name="Asaf Gendler" userId="1afd4eae-2c10-43ce-b252-87f975bb669c" providerId="ADAL" clId="{3C21E0E4-DD16-40FD-9B43-5BEA7895454C}" dt="2020-04-14T16:25:07.216" v="3986" actId="165"/>
          <ac:picMkLst>
            <pc:docMk/>
            <pc:sldMk cId="3497172331" sldId="356"/>
            <ac:picMk id="32" creationId="{846E04EB-AE00-4FB5-B59B-70ECFDF06616}"/>
          </ac:picMkLst>
        </pc:picChg>
        <pc:cxnChg chg="mod topLvl">
          <ac:chgData name="Asaf Gendler" userId="1afd4eae-2c10-43ce-b252-87f975bb669c" providerId="ADAL" clId="{3C21E0E4-DD16-40FD-9B43-5BEA7895454C}" dt="2020-04-14T16:25:07.595" v="3988" actId="165"/>
          <ac:cxnSpMkLst>
            <pc:docMk/>
            <pc:sldMk cId="3497172331" sldId="356"/>
            <ac:cxnSpMk id="5" creationId="{BB94BA68-DD77-4AEF-A0F8-B504C4265244}"/>
          </ac:cxnSpMkLst>
        </pc:cxnChg>
        <pc:cxnChg chg="mod topLvl">
          <ac:chgData name="Asaf Gendler" userId="1afd4eae-2c10-43ce-b252-87f975bb669c" providerId="ADAL" clId="{3C21E0E4-DD16-40FD-9B43-5BEA7895454C}" dt="2020-04-14T16:25:07.370" v="3987" actId="165"/>
          <ac:cxnSpMkLst>
            <pc:docMk/>
            <pc:sldMk cId="3497172331" sldId="356"/>
            <ac:cxnSpMk id="20" creationId="{0115CD78-1B4E-4E13-9FF3-77FEEA8CFA5F}"/>
          </ac:cxnSpMkLst>
        </pc:cxnChg>
        <pc:cxnChg chg="mod topLvl">
          <ac:chgData name="Asaf Gendler" userId="1afd4eae-2c10-43ce-b252-87f975bb669c" providerId="ADAL" clId="{3C21E0E4-DD16-40FD-9B43-5BEA7895454C}" dt="2020-04-14T16:25:07.370" v="3987" actId="165"/>
          <ac:cxnSpMkLst>
            <pc:docMk/>
            <pc:sldMk cId="3497172331" sldId="356"/>
            <ac:cxnSpMk id="26" creationId="{96156AA3-B400-45B2-AB5D-621C8925DF66}"/>
          </ac:cxnSpMkLst>
        </pc:cxnChg>
      </pc:sldChg>
      <pc:sldChg chg="delSp modSp add del mod delAnim modAnim">
        <pc:chgData name="Asaf Gendler" userId="1afd4eae-2c10-43ce-b252-87f975bb669c" providerId="ADAL" clId="{3C21E0E4-DD16-40FD-9B43-5BEA7895454C}" dt="2020-04-16T14:28:49.319" v="8279" actId="2696"/>
        <pc:sldMkLst>
          <pc:docMk/>
          <pc:sldMk cId="1402640120" sldId="357"/>
        </pc:sldMkLst>
        <pc:spChg chg="mod">
          <ac:chgData name="Asaf Gendler" userId="1afd4eae-2c10-43ce-b252-87f975bb669c" providerId="ADAL" clId="{3C21E0E4-DD16-40FD-9B43-5BEA7895454C}" dt="2020-04-14T17:56:51.864" v="5177" actId="20577"/>
          <ac:spMkLst>
            <pc:docMk/>
            <pc:sldMk cId="1402640120" sldId="357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4T18:02:28.152" v="5354"/>
          <ac:spMkLst>
            <pc:docMk/>
            <pc:sldMk cId="1402640120" sldId="357"/>
            <ac:spMk id="4" creationId="{96F14F65-8037-4126-867D-8C52928F4E0F}"/>
          </ac:spMkLst>
        </pc:spChg>
        <pc:spChg chg="del">
          <ac:chgData name="Asaf Gendler" userId="1afd4eae-2c10-43ce-b252-87f975bb669c" providerId="ADAL" clId="{3C21E0E4-DD16-40FD-9B43-5BEA7895454C}" dt="2020-04-14T18:01:23.049" v="5340" actId="478"/>
          <ac:spMkLst>
            <pc:docMk/>
            <pc:sldMk cId="1402640120" sldId="357"/>
            <ac:spMk id="5" creationId="{00000000-0000-0000-0000-000000000000}"/>
          </ac:spMkLst>
        </pc:spChg>
        <pc:spChg chg="del">
          <ac:chgData name="Asaf Gendler" userId="1afd4eae-2c10-43ce-b252-87f975bb669c" providerId="ADAL" clId="{3C21E0E4-DD16-40FD-9B43-5BEA7895454C}" dt="2020-04-14T18:01:26.620" v="5344" actId="478"/>
          <ac:spMkLst>
            <pc:docMk/>
            <pc:sldMk cId="1402640120" sldId="357"/>
            <ac:spMk id="25" creationId="{41FC319A-26AE-4890-8EBF-722EC1BE5A4E}"/>
          </ac:spMkLst>
        </pc:spChg>
        <pc:spChg chg="del">
          <ac:chgData name="Asaf Gendler" userId="1afd4eae-2c10-43ce-b252-87f975bb669c" providerId="ADAL" clId="{3C21E0E4-DD16-40FD-9B43-5BEA7895454C}" dt="2020-04-14T18:01:23.930" v="5341" actId="478"/>
          <ac:spMkLst>
            <pc:docMk/>
            <pc:sldMk cId="1402640120" sldId="357"/>
            <ac:spMk id="26" creationId="{FC326C38-7A07-4FA5-9853-63160CDA2F71}"/>
          </ac:spMkLst>
        </pc:spChg>
        <pc:spChg chg="del">
          <ac:chgData name="Asaf Gendler" userId="1afd4eae-2c10-43ce-b252-87f975bb669c" providerId="ADAL" clId="{3C21E0E4-DD16-40FD-9B43-5BEA7895454C}" dt="2020-04-14T18:01:24.665" v="5342" actId="478"/>
          <ac:spMkLst>
            <pc:docMk/>
            <pc:sldMk cId="1402640120" sldId="357"/>
            <ac:spMk id="27" creationId="{62BFB3B0-AA53-44E5-97D6-F68AA2816057}"/>
          </ac:spMkLst>
        </pc:spChg>
        <pc:spChg chg="del">
          <ac:chgData name="Asaf Gendler" userId="1afd4eae-2c10-43ce-b252-87f975bb669c" providerId="ADAL" clId="{3C21E0E4-DD16-40FD-9B43-5BEA7895454C}" dt="2020-04-14T18:01:25.278" v="5343" actId="478"/>
          <ac:spMkLst>
            <pc:docMk/>
            <pc:sldMk cId="1402640120" sldId="357"/>
            <ac:spMk id="28" creationId="{9D80FE20-FD6D-4A9D-B8E4-75F59F0F0D36}"/>
          </ac:spMkLst>
        </pc:spChg>
        <pc:picChg chg="del mod">
          <ac:chgData name="Asaf Gendler" userId="1afd4eae-2c10-43ce-b252-87f975bb669c" providerId="ADAL" clId="{3C21E0E4-DD16-40FD-9B43-5BEA7895454C}" dt="2020-04-14T18:01:22.032" v="5339" actId="478"/>
          <ac:picMkLst>
            <pc:docMk/>
            <pc:sldMk cId="1402640120" sldId="357"/>
            <ac:picMk id="9" creationId="{3B77452E-C9E5-4BB4-9B09-7685C6EAC627}"/>
          </ac:picMkLst>
        </pc:picChg>
      </pc:sldChg>
      <pc:sldChg chg="modSp add mod modAnim">
        <pc:chgData name="Asaf Gendler" userId="1afd4eae-2c10-43ce-b252-87f975bb669c" providerId="ADAL" clId="{3C21E0E4-DD16-40FD-9B43-5BEA7895454C}" dt="2020-04-16T14:29:18.872" v="8282" actId="1076"/>
        <pc:sldMkLst>
          <pc:docMk/>
          <pc:sldMk cId="2561452229" sldId="357"/>
        </pc:sldMkLst>
        <pc:spChg chg="mod">
          <ac:chgData name="Asaf Gendler" userId="1afd4eae-2c10-43ce-b252-87f975bb669c" providerId="ADAL" clId="{3C21E0E4-DD16-40FD-9B43-5BEA7895454C}" dt="2020-04-16T14:29:18.872" v="8282" actId="1076"/>
          <ac:spMkLst>
            <pc:docMk/>
            <pc:sldMk cId="2561452229" sldId="357"/>
            <ac:spMk id="4" creationId="{96F14F65-8037-4126-867D-8C52928F4E0F}"/>
          </ac:spMkLst>
        </pc:spChg>
      </pc:sldChg>
      <pc:sldChg chg="addSp delSp modSp add mod">
        <pc:chgData name="Asaf Gendler" userId="1afd4eae-2c10-43ce-b252-87f975bb669c" providerId="ADAL" clId="{3C21E0E4-DD16-40FD-9B43-5BEA7895454C}" dt="2020-04-19T09:58:52.399" v="8692" actId="1038"/>
        <pc:sldMkLst>
          <pc:docMk/>
          <pc:sldMk cId="316236265" sldId="358"/>
        </pc:sldMkLst>
        <pc:picChg chg="add del mod">
          <ac:chgData name="Asaf Gendler" userId="1afd4eae-2c10-43ce-b252-87f975bb669c" providerId="ADAL" clId="{3C21E0E4-DD16-40FD-9B43-5BEA7895454C}" dt="2020-04-19T09:58:19.748" v="8684" actId="478"/>
          <ac:picMkLst>
            <pc:docMk/>
            <pc:sldMk cId="316236265" sldId="358"/>
            <ac:picMk id="6" creationId="{37E119FA-1F7B-4609-BC8F-5BD4FB65DAEA}"/>
          </ac:picMkLst>
        </pc:picChg>
        <pc:picChg chg="add mod ord">
          <ac:chgData name="Asaf Gendler" userId="1afd4eae-2c10-43ce-b252-87f975bb669c" providerId="ADAL" clId="{3C21E0E4-DD16-40FD-9B43-5BEA7895454C}" dt="2020-04-19T09:58:52.399" v="8692" actId="1038"/>
          <ac:picMkLst>
            <pc:docMk/>
            <pc:sldMk cId="316236265" sldId="358"/>
            <ac:picMk id="7" creationId="{2A747BD1-F3CE-40A1-88AA-5C7F3FAFBFE4}"/>
          </ac:picMkLst>
        </pc:picChg>
        <pc:picChg chg="del">
          <ac:chgData name="Asaf Gendler" userId="1afd4eae-2c10-43ce-b252-87f975bb669c" providerId="ADAL" clId="{3C21E0E4-DD16-40FD-9B43-5BEA7895454C}" dt="2020-04-16T14:40:42.721" v="8299" actId="478"/>
          <ac:picMkLst>
            <pc:docMk/>
            <pc:sldMk cId="316236265" sldId="358"/>
            <ac:picMk id="11" creationId="{4E02EFEB-1451-44C9-B803-A6247243B330}"/>
          </ac:picMkLst>
        </pc:picChg>
      </pc:sldChg>
      <pc:sldChg chg="addSp delSp modSp add del mod delAnim modAnim">
        <pc:chgData name="Asaf Gendler" userId="1afd4eae-2c10-43ce-b252-87f975bb669c" providerId="ADAL" clId="{3C21E0E4-DD16-40FD-9B43-5BEA7895454C}" dt="2020-04-16T14:28:49.319" v="8279" actId="2696"/>
        <pc:sldMkLst>
          <pc:docMk/>
          <pc:sldMk cId="4230264734" sldId="358"/>
        </pc:sldMkLst>
        <pc:spChg chg="add del mod">
          <ac:chgData name="Asaf Gendler" userId="1afd4eae-2c10-43ce-b252-87f975bb669c" providerId="ADAL" clId="{3C21E0E4-DD16-40FD-9B43-5BEA7895454C}" dt="2020-04-14T21:05:28.820" v="6176" actId="1076"/>
          <ac:spMkLst>
            <pc:docMk/>
            <pc:sldMk cId="4230264734" sldId="358"/>
            <ac:spMk id="3" creationId="{8EE89846-9883-4AC5-8F41-9590686EF1F6}"/>
          </ac:spMkLst>
        </pc:spChg>
        <pc:spChg chg="mod">
          <ac:chgData name="Asaf Gendler" userId="1afd4eae-2c10-43ce-b252-87f975bb669c" providerId="ADAL" clId="{3C21E0E4-DD16-40FD-9B43-5BEA7895454C}" dt="2020-04-14T18:02:53.875" v="5357" actId="20577"/>
          <ac:spMkLst>
            <pc:docMk/>
            <pc:sldMk cId="4230264734" sldId="358"/>
            <ac:spMk id="4" creationId="{96F14F65-8037-4126-867D-8C52928F4E0F}"/>
          </ac:spMkLst>
        </pc:spChg>
        <pc:spChg chg="add mod">
          <ac:chgData name="Asaf Gendler" userId="1afd4eae-2c10-43ce-b252-87f975bb669c" providerId="ADAL" clId="{3C21E0E4-DD16-40FD-9B43-5BEA7895454C}" dt="2020-04-14T21:06:07.469" v="6185" actId="20577"/>
          <ac:spMkLst>
            <pc:docMk/>
            <pc:sldMk cId="4230264734" sldId="358"/>
            <ac:spMk id="15" creationId="{CAF4944D-CF00-40DD-84A2-328E0F8BBD58}"/>
          </ac:spMkLst>
        </pc:spChg>
        <pc:spChg chg="add del mod">
          <ac:chgData name="Asaf Gendler" userId="1afd4eae-2c10-43ce-b252-87f975bb669c" providerId="ADAL" clId="{3C21E0E4-DD16-40FD-9B43-5BEA7895454C}" dt="2020-04-14T21:08:36.880" v="6421" actId="478"/>
          <ac:spMkLst>
            <pc:docMk/>
            <pc:sldMk cId="4230264734" sldId="358"/>
            <ac:spMk id="20" creationId="{46089878-9674-45EE-ABED-03172B6D4778}"/>
          </ac:spMkLst>
        </pc:spChg>
        <pc:spChg chg="add del mod">
          <ac:chgData name="Asaf Gendler" userId="1afd4eae-2c10-43ce-b252-87f975bb669c" providerId="ADAL" clId="{3C21E0E4-DD16-40FD-9B43-5BEA7895454C}" dt="2020-04-14T21:08:38.568" v="6422" actId="478"/>
          <ac:spMkLst>
            <pc:docMk/>
            <pc:sldMk cId="4230264734" sldId="358"/>
            <ac:spMk id="22" creationId="{0D139548-B4F4-490C-8565-C469D47EBB8E}"/>
          </ac:spMkLst>
        </pc:spChg>
        <pc:spChg chg="add del mod">
          <ac:chgData name="Asaf Gendler" userId="1afd4eae-2c10-43ce-b252-87f975bb669c" providerId="ADAL" clId="{3C21E0E4-DD16-40FD-9B43-5BEA7895454C}" dt="2020-04-14T21:08:32.536" v="6419" actId="478"/>
          <ac:spMkLst>
            <pc:docMk/>
            <pc:sldMk cId="4230264734" sldId="358"/>
            <ac:spMk id="24" creationId="{E6BA7630-0326-4A42-AFCC-BC32E5918E12}"/>
          </ac:spMkLst>
        </pc:spChg>
        <pc:spChg chg="mod">
          <ac:chgData name="Asaf Gendler" userId="1afd4eae-2c10-43ce-b252-87f975bb669c" providerId="ADAL" clId="{3C21E0E4-DD16-40FD-9B43-5BEA7895454C}" dt="2020-04-14T21:03:54.350" v="6157" actId="14100"/>
          <ac:spMkLst>
            <pc:docMk/>
            <pc:sldMk cId="4230264734" sldId="358"/>
            <ac:spMk id="25" creationId="{41FC319A-26AE-4890-8EBF-722EC1BE5A4E}"/>
          </ac:spMkLst>
        </pc:spChg>
        <pc:spChg chg="del mod">
          <ac:chgData name="Asaf Gendler" userId="1afd4eae-2c10-43ce-b252-87f975bb669c" providerId="ADAL" clId="{3C21E0E4-DD16-40FD-9B43-5BEA7895454C}" dt="2020-04-14T21:10:29.588" v="6438" actId="478"/>
          <ac:spMkLst>
            <pc:docMk/>
            <pc:sldMk cId="4230264734" sldId="358"/>
            <ac:spMk id="26" creationId="{FC326C38-7A07-4FA5-9853-63160CDA2F71}"/>
          </ac:spMkLst>
        </pc:spChg>
        <pc:spChg chg="del mod">
          <ac:chgData name="Asaf Gendler" userId="1afd4eae-2c10-43ce-b252-87f975bb669c" providerId="ADAL" clId="{3C21E0E4-DD16-40FD-9B43-5BEA7895454C}" dt="2020-04-14T21:10:31.289" v="6439" actId="478"/>
          <ac:spMkLst>
            <pc:docMk/>
            <pc:sldMk cId="4230264734" sldId="358"/>
            <ac:spMk id="27" creationId="{62BFB3B0-AA53-44E5-97D6-F68AA2816057}"/>
          </ac:spMkLst>
        </pc:spChg>
        <pc:spChg chg="del mod">
          <ac:chgData name="Asaf Gendler" userId="1afd4eae-2c10-43ce-b252-87f975bb669c" providerId="ADAL" clId="{3C21E0E4-DD16-40FD-9B43-5BEA7895454C}" dt="2020-04-14T21:10:32.151" v="6440" actId="478"/>
          <ac:spMkLst>
            <pc:docMk/>
            <pc:sldMk cId="4230264734" sldId="358"/>
            <ac:spMk id="28" creationId="{9D80FE20-FD6D-4A9D-B8E4-75F59F0F0D36}"/>
          </ac:spMkLst>
        </pc:spChg>
        <pc:spChg chg="add del mod">
          <ac:chgData name="Asaf Gendler" userId="1afd4eae-2c10-43ce-b252-87f975bb669c" providerId="ADAL" clId="{3C21E0E4-DD16-40FD-9B43-5BEA7895454C}" dt="2020-04-14T21:08:30.161" v="6416" actId="478"/>
          <ac:spMkLst>
            <pc:docMk/>
            <pc:sldMk cId="4230264734" sldId="358"/>
            <ac:spMk id="30" creationId="{AD830C40-CB26-44A3-867C-8F507A98A235}"/>
          </ac:spMkLst>
        </pc:spChg>
        <pc:spChg chg="add del mod">
          <ac:chgData name="Asaf Gendler" userId="1afd4eae-2c10-43ce-b252-87f975bb669c" providerId="ADAL" clId="{3C21E0E4-DD16-40FD-9B43-5BEA7895454C}" dt="2020-04-14T21:08:24.877" v="6413"/>
          <ac:spMkLst>
            <pc:docMk/>
            <pc:sldMk cId="4230264734" sldId="358"/>
            <ac:spMk id="32" creationId="{6B1F6415-B195-4A89-BA76-7CA09ECA7661}"/>
          </ac:spMkLst>
        </pc:spChg>
        <pc:spChg chg="add del mod">
          <ac:chgData name="Asaf Gendler" userId="1afd4eae-2c10-43ce-b252-87f975bb669c" providerId="ADAL" clId="{3C21E0E4-DD16-40FD-9B43-5BEA7895454C}" dt="2020-04-14T21:08:24.877" v="6413"/>
          <ac:spMkLst>
            <pc:docMk/>
            <pc:sldMk cId="4230264734" sldId="358"/>
            <ac:spMk id="34" creationId="{7621B9B6-9AA2-419B-9B92-663AC3E0EDB7}"/>
          </ac:spMkLst>
        </pc:spChg>
        <pc:spChg chg="add del mod">
          <ac:chgData name="Asaf Gendler" userId="1afd4eae-2c10-43ce-b252-87f975bb669c" providerId="ADAL" clId="{3C21E0E4-DD16-40FD-9B43-5BEA7895454C}" dt="2020-04-14T21:11:28.996" v="6508"/>
          <ac:spMkLst>
            <pc:docMk/>
            <pc:sldMk cId="4230264734" sldId="358"/>
            <ac:spMk id="36" creationId="{5D26E70E-2A33-4FDA-8D15-399CDFE1B8FE}"/>
          </ac:spMkLst>
        </pc:spChg>
        <pc:spChg chg="add del mod">
          <ac:chgData name="Asaf Gendler" userId="1afd4eae-2c10-43ce-b252-87f975bb669c" providerId="ADAL" clId="{3C21E0E4-DD16-40FD-9B43-5BEA7895454C}" dt="2020-04-14T21:12:03.974" v="6556"/>
          <ac:spMkLst>
            <pc:docMk/>
            <pc:sldMk cId="4230264734" sldId="358"/>
            <ac:spMk id="39" creationId="{6FA1D74F-F64F-4F86-B7D9-2B4860AE71CD}"/>
          </ac:spMkLst>
        </pc:spChg>
        <pc:spChg chg="add mod">
          <ac:chgData name="Asaf Gendler" userId="1afd4eae-2c10-43ce-b252-87f975bb669c" providerId="ADAL" clId="{3C21E0E4-DD16-40FD-9B43-5BEA7895454C}" dt="2020-04-14T21:12:44.422" v="6601" actId="1036"/>
          <ac:spMkLst>
            <pc:docMk/>
            <pc:sldMk cId="4230264734" sldId="358"/>
            <ac:spMk id="42" creationId="{A4CB05C4-9E85-4462-8390-A88AD2C7D747}"/>
          </ac:spMkLst>
        </pc:spChg>
        <pc:spChg chg="add mod">
          <ac:chgData name="Asaf Gendler" userId="1afd4eae-2c10-43ce-b252-87f975bb669c" providerId="ADAL" clId="{3C21E0E4-DD16-40FD-9B43-5BEA7895454C}" dt="2020-04-14T21:12:44.422" v="6601" actId="1036"/>
          <ac:spMkLst>
            <pc:docMk/>
            <pc:sldMk cId="4230264734" sldId="358"/>
            <ac:spMk id="43" creationId="{4F37BB52-43CF-447B-AFB9-2E3D77AE47DF}"/>
          </ac:spMkLst>
        </pc:spChg>
        <pc:spChg chg="add mod">
          <ac:chgData name="Asaf Gendler" userId="1afd4eae-2c10-43ce-b252-87f975bb669c" providerId="ADAL" clId="{3C21E0E4-DD16-40FD-9B43-5BEA7895454C}" dt="2020-04-14T21:12:44.422" v="6601" actId="1036"/>
          <ac:spMkLst>
            <pc:docMk/>
            <pc:sldMk cId="4230264734" sldId="358"/>
            <ac:spMk id="45" creationId="{E320E4E0-76AF-42F0-92E4-10EDDF59645F}"/>
          </ac:spMkLst>
        </pc:spChg>
        <pc:spChg chg="add mod">
          <ac:chgData name="Asaf Gendler" userId="1afd4eae-2c10-43ce-b252-87f975bb669c" providerId="ADAL" clId="{3C21E0E4-DD16-40FD-9B43-5BEA7895454C}" dt="2020-04-14T21:12:52.665" v="6655" actId="1037"/>
          <ac:spMkLst>
            <pc:docMk/>
            <pc:sldMk cId="4230264734" sldId="358"/>
            <ac:spMk id="47" creationId="{08E6362F-2016-415D-904B-8DE435983FE3}"/>
          </ac:spMkLst>
        </pc:spChg>
        <pc:spChg chg="add mod">
          <ac:chgData name="Asaf Gendler" userId="1afd4eae-2c10-43ce-b252-87f975bb669c" providerId="ADAL" clId="{3C21E0E4-DD16-40FD-9B43-5BEA7895454C}" dt="2020-04-14T21:12:52.665" v="6655" actId="1037"/>
          <ac:spMkLst>
            <pc:docMk/>
            <pc:sldMk cId="4230264734" sldId="358"/>
            <ac:spMk id="48" creationId="{3E51AD82-6DB9-486D-A6C3-2C2EBDBFEB31}"/>
          </ac:spMkLst>
        </pc:spChg>
        <pc:spChg chg="add mod">
          <ac:chgData name="Asaf Gendler" userId="1afd4eae-2c10-43ce-b252-87f975bb669c" providerId="ADAL" clId="{3C21E0E4-DD16-40FD-9B43-5BEA7895454C}" dt="2020-04-14T21:12:52.665" v="6655" actId="1037"/>
          <ac:spMkLst>
            <pc:docMk/>
            <pc:sldMk cId="4230264734" sldId="358"/>
            <ac:spMk id="50" creationId="{E9D99C63-669D-4E48-A19E-1401A351520C}"/>
          </ac:spMkLst>
        </pc:spChg>
        <pc:spChg chg="add mod">
          <ac:chgData name="Asaf Gendler" userId="1afd4eae-2c10-43ce-b252-87f975bb669c" providerId="ADAL" clId="{3C21E0E4-DD16-40FD-9B43-5BEA7895454C}" dt="2020-04-14T21:13:00.401" v="6707" actId="1035"/>
          <ac:spMkLst>
            <pc:docMk/>
            <pc:sldMk cId="4230264734" sldId="358"/>
            <ac:spMk id="52" creationId="{D733DD98-71AC-49E6-8E6A-390B1CC1370E}"/>
          </ac:spMkLst>
        </pc:spChg>
        <pc:spChg chg="add mod">
          <ac:chgData name="Asaf Gendler" userId="1afd4eae-2c10-43ce-b252-87f975bb669c" providerId="ADAL" clId="{3C21E0E4-DD16-40FD-9B43-5BEA7895454C}" dt="2020-04-14T21:13:00.401" v="6707" actId="1035"/>
          <ac:spMkLst>
            <pc:docMk/>
            <pc:sldMk cId="4230264734" sldId="358"/>
            <ac:spMk id="53" creationId="{43A2DAEE-7F79-4A57-980C-211560F0DD86}"/>
          </ac:spMkLst>
        </pc:spChg>
        <pc:spChg chg="add mod">
          <ac:chgData name="Asaf Gendler" userId="1afd4eae-2c10-43ce-b252-87f975bb669c" providerId="ADAL" clId="{3C21E0E4-DD16-40FD-9B43-5BEA7895454C}" dt="2020-04-14T21:13:00.401" v="6707" actId="1035"/>
          <ac:spMkLst>
            <pc:docMk/>
            <pc:sldMk cId="4230264734" sldId="358"/>
            <ac:spMk id="55" creationId="{2BB4A1F3-4D4E-40EB-969E-A8338CCBB28B}"/>
          </ac:spMkLst>
        </pc:spChg>
        <pc:picChg chg="del mod">
          <ac:chgData name="Asaf Gendler" userId="1afd4eae-2c10-43ce-b252-87f975bb669c" providerId="ADAL" clId="{3C21E0E4-DD16-40FD-9B43-5BEA7895454C}" dt="2020-04-14T21:03:10.557" v="6151" actId="478"/>
          <ac:picMkLst>
            <pc:docMk/>
            <pc:sldMk cId="4230264734" sldId="358"/>
            <ac:picMk id="9" creationId="{3B77452E-C9E5-4BB4-9B09-7685C6EAC627}"/>
          </ac:picMkLst>
        </pc:picChg>
        <pc:picChg chg="add mod">
          <ac:chgData name="Asaf Gendler" userId="1afd4eae-2c10-43ce-b252-87f975bb669c" providerId="ADAL" clId="{3C21E0E4-DD16-40FD-9B43-5BEA7895454C}" dt="2020-04-14T21:11:54.342" v="6511" actId="1076"/>
          <ac:picMkLst>
            <pc:docMk/>
            <pc:sldMk cId="4230264734" sldId="358"/>
            <ac:picMk id="11" creationId="{4E02EFEB-1451-44C9-B803-A6247243B330}"/>
          </ac:picMkLst>
        </pc:picChg>
        <pc:cxnChg chg="add mod">
          <ac:chgData name="Asaf Gendler" userId="1afd4eae-2c10-43ce-b252-87f975bb669c" providerId="ADAL" clId="{3C21E0E4-DD16-40FD-9B43-5BEA7895454C}" dt="2020-04-14T21:05:54.577" v="6179" actId="14100"/>
          <ac:cxnSpMkLst>
            <pc:docMk/>
            <pc:sldMk cId="4230264734" sldId="358"/>
            <ac:cxnSpMk id="12" creationId="{C57401AA-7A48-4D78-B25C-8048C74C7FEF}"/>
          </ac:cxnSpMkLst>
        </pc:cxnChg>
        <pc:cxnChg chg="add mod">
          <ac:chgData name="Asaf Gendler" userId="1afd4eae-2c10-43ce-b252-87f975bb669c" providerId="ADAL" clId="{3C21E0E4-DD16-40FD-9B43-5BEA7895454C}" dt="2020-04-14T21:06:18.890" v="6189" actId="14100"/>
          <ac:cxnSpMkLst>
            <pc:docMk/>
            <pc:sldMk cId="4230264734" sldId="358"/>
            <ac:cxnSpMk id="16" creationId="{77548C83-E324-447D-8573-BFCDACC64C9E}"/>
          </ac:cxnSpMkLst>
        </pc:cxnChg>
        <pc:cxnChg chg="add del mod">
          <ac:chgData name="Asaf Gendler" userId="1afd4eae-2c10-43ce-b252-87f975bb669c" providerId="ADAL" clId="{3C21E0E4-DD16-40FD-9B43-5BEA7895454C}" dt="2020-04-14T21:08:35.361" v="6420" actId="478"/>
          <ac:cxnSpMkLst>
            <pc:docMk/>
            <pc:sldMk cId="4230264734" sldId="358"/>
            <ac:cxnSpMk id="21" creationId="{4E1F8663-29B3-45F5-82F2-447621FF8EAF}"/>
          </ac:cxnSpMkLst>
        </pc:cxnChg>
        <pc:cxnChg chg="add del mod">
          <ac:chgData name="Asaf Gendler" userId="1afd4eae-2c10-43ce-b252-87f975bb669c" providerId="ADAL" clId="{3C21E0E4-DD16-40FD-9B43-5BEA7895454C}" dt="2020-04-14T21:08:31.505" v="6418" actId="478"/>
          <ac:cxnSpMkLst>
            <pc:docMk/>
            <pc:sldMk cId="4230264734" sldId="358"/>
            <ac:cxnSpMk id="23" creationId="{09827166-6EE1-4F41-924D-3B9FD338757B}"/>
          </ac:cxnSpMkLst>
        </pc:cxnChg>
        <pc:cxnChg chg="add del mod">
          <ac:chgData name="Asaf Gendler" userId="1afd4eae-2c10-43ce-b252-87f975bb669c" providerId="ADAL" clId="{3C21E0E4-DD16-40FD-9B43-5BEA7895454C}" dt="2020-04-14T21:08:30.993" v="6417" actId="478"/>
          <ac:cxnSpMkLst>
            <pc:docMk/>
            <pc:sldMk cId="4230264734" sldId="358"/>
            <ac:cxnSpMk id="29" creationId="{AFD6B6CA-B8F7-4BB9-8B61-A832B8922CEA}"/>
          </ac:cxnSpMkLst>
        </pc:cxnChg>
        <pc:cxnChg chg="add del mod">
          <ac:chgData name="Asaf Gendler" userId="1afd4eae-2c10-43ce-b252-87f975bb669c" providerId="ADAL" clId="{3C21E0E4-DD16-40FD-9B43-5BEA7895454C}" dt="2020-04-14T21:08:28.329" v="6414" actId="478"/>
          <ac:cxnSpMkLst>
            <pc:docMk/>
            <pc:sldMk cId="4230264734" sldId="358"/>
            <ac:cxnSpMk id="31" creationId="{F228E025-374A-4572-8D43-A7BF5AFC5C44}"/>
          </ac:cxnSpMkLst>
        </pc:cxnChg>
        <pc:cxnChg chg="add del mod">
          <ac:chgData name="Asaf Gendler" userId="1afd4eae-2c10-43ce-b252-87f975bb669c" providerId="ADAL" clId="{3C21E0E4-DD16-40FD-9B43-5BEA7895454C}" dt="2020-04-14T21:08:24.877" v="6413"/>
          <ac:cxnSpMkLst>
            <pc:docMk/>
            <pc:sldMk cId="4230264734" sldId="358"/>
            <ac:cxnSpMk id="33" creationId="{6830805C-F6A9-40D7-915B-F7A41DFA34F0}"/>
          </ac:cxnSpMkLst>
        </pc:cxnChg>
        <pc:cxnChg chg="add del mod">
          <ac:chgData name="Asaf Gendler" userId="1afd4eae-2c10-43ce-b252-87f975bb669c" providerId="ADAL" clId="{3C21E0E4-DD16-40FD-9B43-5BEA7895454C}" dt="2020-04-14T21:08:24.877" v="6413"/>
          <ac:cxnSpMkLst>
            <pc:docMk/>
            <pc:sldMk cId="4230264734" sldId="358"/>
            <ac:cxnSpMk id="35" creationId="{FB29C9EE-C546-41E7-A508-B20E32AE2995}"/>
          </ac:cxnSpMkLst>
        </pc:cxnChg>
        <pc:cxnChg chg="add del mod">
          <ac:chgData name="Asaf Gendler" userId="1afd4eae-2c10-43ce-b252-87f975bb669c" providerId="ADAL" clId="{3C21E0E4-DD16-40FD-9B43-5BEA7895454C}" dt="2020-04-14T21:11:28.996" v="6508"/>
          <ac:cxnSpMkLst>
            <pc:docMk/>
            <pc:sldMk cId="4230264734" sldId="358"/>
            <ac:cxnSpMk id="37" creationId="{CE3E4C00-78B2-4694-835F-732B3280EC87}"/>
          </ac:cxnSpMkLst>
        </pc:cxnChg>
        <pc:cxnChg chg="add del mod">
          <ac:chgData name="Asaf Gendler" userId="1afd4eae-2c10-43ce-b252-87f975bb669c" providerId="ADAL" clId="{3C21E0E4-DD16-40FD-9B43-5BEA7895454C}" dt="2020-04-14T21:11:28.996" v="6508"/>
          <ac:cxnSpMkLst>
            <pc:docMk/>
            <pc:sldMk cId="4230264734" sldId="358"/>
            <ac:cxnSpMk id="38" creationId="{54FCA33D-59C5-433B-87FC-E6D3FA4596CF}"/>
          </ac:cxnSpMkLst>
        </pc:cxnChg>
        <pc:cxnChg chg="add del mod">
          <ac:chgData name="Asaf Gendler" userId="1afd4eae-2c10-43ce-b252-87f975bb669c" providerId="ADAL" clId="{3C21E0E4-DD16-40FD-9B43-5BEA7895454C}" dt="2020-04-14T21:12:03.974" v="6556"/>
          <ac:cxnSpMkLst>
            <pc:docMk/>
            <pc:sldMk cId="4230264734" sldId="358"/>
            <ac:cxnSpMk id="40" creationId="{E6FC02AB-FC53-4F47-BFBB-7AA033BE4FDA}"/>
          </ac:cxnSpMkLst>
        </pc:cxnChg>
        <pc:cxnChg chg="add del mod">
          <ac:chgData name="Asaf Gendler" userId="1afd4eae-2c10-43ce-b252-87f975bb669c" providerId="ADAL" clId="{3C21E0E4-DD16-40FD-9B43-5BEA7895454C}" dt="2020-04-14T21:12:03.974" v="6556"/>
          <ac:cxnSpMkLst>
            <pc:docMk/>
            <pc:sldMk cId="4230264734" sldId="358"/>
            <ac:cxnSpMk id="41" creationId="{7A174787-EF24-45A1-B355-CDFE9E9BE4D8}"/>
          </ac:cxnSpMkLst>
        </pc:cxnChg>
        <pc:cxnChg chg="add mod">
          <ac:chgData name="Asaf Gendler" userId="1afd4eae-2c10-43ce-b252-87f975bb669c" providerId="ADAL" clId="{3C21E0E4-DD16-40FD-9B43-5BEA7895454C}" dt="2020-04-14T21:12:44.422" v="6601" actId="1036"/>
          <ac:cxnSpMkLst>
            <pc:docMk/>
            <pc:sldMk cId="4230264734" sldId="358"/>
            <ac:cxnSpMk id="44" creationId="{C9AEA243-B06D-42D5-B17B-8E86A0E3956F}"/>
          </ac:cxnSpMkLst>
        </pc:cxnChg>
        <pc:cxnChg chg="add mod">
          <ac:chgData name="Asaf Gendler" userId="1afd4eae-2c10-43ce-b252-87f975bb669c" providerId="ADAL" clId="{3C21E0E4-DD16-40FD-9B43-5BEA7895454C}" dt="2020-04-14T21:12:44.422" v="6601" actId="1036"/>
          <ac:cxnSpMkLst>
            <pc:docMk/>
            <pc:sldMk cId="4230264734" sldId="358"/>
            <ac:cxnSpMk id="46" creationId="{7BB8B5B9-7DBA-4072-8695-07C8362F0A76}"/>
          </ac:cxnSpMkLst>
        </pc:cxnChg>
        <pc:cxnChg chg="add mod">
          <ac:chgData name="Asaf Gendler" userId="1afd4eae-2c10-43ce-b252-87f975bb669c" providerId="ADAL" clId="{3C21E0E4-DD16-40FD-9B43-5BEA7895454C}" dt="2020-04-14T21:12:52.665" v="6655" actId="1037"/>
          <ac:cxnSpMkLst>
            <pc:docMk/>
            <pc:sldMk cId="4230264734" sldId="358"/>
            <ac:cxnSpMk id="49" creationId="{07BD1EA9-4DC0-4DA9-AD7B-AB395C3FC092}"/>
          </ac:cxnSpMkLst>
        </pc:cxnChg>
        <pc:cxnChg chg="add mod">
          <ac:chgData name="Asaf Gendler" userId="1afd4eae-2c10-43ce-b252-87f975bb669c" providerId="ADAL" clId="{3C21E0E4-DD16-40FD-9B43-5BEA7895454C}" dt="2020-04-14T21:12:52.665" v="6655" actId="1037"/>
          <ac:cxnSpMkLst>
            <pc:docMk/>
            <pc:sldMk cId="4230264734" sldId="358"/>
            <ac:cxnSpMk id="51" creationId="{7DABC35E-F051-4366-8E6C-EB08031DC250}"/>
          </ac:cxnSpMkLst>
        </pc:cxnChg>
        <pc:cxnChg chg="add mod">
          <ac:chgData name="Asaf Gendler" userId="1afd4eae-2c10-43ce-b252-87f975bb669c" providerId="ADAL" clId="{3C21E0E4-DD16-40FD-9B43-5BEA7895454C}" dt="2020-04-14T21:13:00.401" v="6707" actId="1035"/>
          <ac:cxnSpMkLst>
            <pc:docMk/>
            <pc:sldMk cId="4230264734" sldId="358"/>
            <ac:cxnSpMk id="54" creationId="{287A0BB2-9AA8-496E-AF83-D93E0E256C16}"/>
          </ac:cxnSpMkLst>
        </pc:cxnChg>
        <pc:cxnChg chg="add mod">
          <ac:chgData name="Asaf Gendler" userId="1afd4eae-2c10-43ce-b252-87f975bb669c" providerId="ADAL" clId="{3C21E0E4-DD16-40FD-9B43-5BEA7895454C}" dt="2020-04-14T21:13:00.401" v="6707" actId="1035"/>
          <ac:cxnSpMkLst>
            <pc:docMk/>
            <pc:sldMk cId="4230264734" sldId="358"/>
            <ac:cxnSpMk id="56" creationId="{2967BC5A-9C90-4FD6-AD94-34A3F5CB8EAB}"/>
          </ac:cxnSpMkLst>
        </pc:cxnChg>
      </pc:sldChg>
      <pc:sldChg chg="delSp modSp add mod modAnim">
        <pc:chgData name="Asaf Gendler" userId="1afd4eae-2c10-43ce-b252-87f975bb669c" providerId="ADAL" clId="{3C21E0E4-DD16-40FD-9B43-5BEA7895454C}" dt="2020-04-15T17:04:35.707" v="7491"/>
        <pc:sldMkLst>
          <pc:docMk/>
          <pc:sldMk cId="2843061469" sldId="359"/>
        </pc:sldMkLst>
        <pc:picChg chg="del">
          <ac:chgData name="Asaf Gendler" userId="1afd4eae-2c10-43ce-b252-87f975bb669c" providerId="ADAL" clId="{3C21E0E4-DD16-40FD-9B43-5BEA7895454C}" dt="2020-04-14T20:19:02.288" v="5444" actId="478"/>
          <ac:picMkLst>
            <pc:docMk/>
            <pc:sldMk cId="2843061469" sldId="359"/>
            <ac:picMk id="8" creationId="{F00435BF-AED3-49EA-9946-2FBAE7AA58D1}"/>
          </ac:picMkLst>
        </pc:picChg>
        <pc:picChg chg="mod">
          <ac:chgData name="Asaf Gendler" userId="1afd4eae-2c10-43ce-b252-87f975bb669c" providerId="ADAL" clId="{3C21E0E4-DD16-40FD-9B43-5BEA7895454C}" dt="2020-04-14T20:19:07.114" v="5448" actId="1076"/>
          <ac:picMkLst>
            <pc:docMk/>
            <pc:sldMk cId="2843061469" sldId="359"/>
            <ac:picMk id="10" creationId="{7AF2B18B-7481-47E9-89AA-1C52624010C3}"/>
          </ac:picMkLst>
        </pc:picChg>
      </pc:sldChg>
      <pc:sldChg chg="addSp modSp add mod modAnim">
        <pc:chgData name="Asaf Gendler" userId="1afd4eae-2c10-43ce-b252-87f975bb669c" providerId="ADAL" clId="{3C21E0E4-DD16-40FD-9B43-5BEA7895454C}" dt="2020-04-16T14:33:01.742" v="8296"/>
        <pc:sldMkLst>
          <pc:docMk/>
          <pc:sldMk cId="3112003791" sldId="360"/>
        </pc:sldMkLst>
        <pc:spChg chg="mod">
          <ac:chgData name="Asaf Gendler" userId="1afd4eae-2c10-43ce-b252-87f975bb669c" providerId="ADAL" clId="{3C21E0E4-DD16-40FD-9B43-5BEA7895454C}" dt="2020-04-14T20:44:26.358" v="5723" actId="20577"/>
          <ac:spMkLst>
            <pc:docMk/>
            <pc:sldMk cId="3112003791" sldId="360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6T13:05:42.668" v="8043" actId="20577"/>
          <ac:spMkLst>
            <pc:docMk/>
            <pc:sldMk cId="3112003791" sldId="360"/>
            <ac:spMk id="4" creationId="{96F14F65-8037-4126-867D-8C52928F4E0F}"/>
          </ac:spMkLst>
        </pc:spChg>
        <pc:picChg chg="add mod">
          <ac:chgData name="Asaf Gendler" userId="1afd4eae-2c10-43ce-b252-87f975bb669c" providerId="ADAL" clId="{3C21E0E4-DD16-40FD-9B43-5BEA7895454C}" dt="2020-04-16T14:32:18.420" v="8286" actId="1076"/>
          <ac:picMkLst>
            <pc:docMk/>
            <pc:sldMk cId="3112003791" sldId="360"/>
            <ac:picMk id="2050" creationId="{A2AE6177-96E5-4CC8-AE51-CAD5C4051536}"/>
          </ac:picMkLst>
        </pc:picChg>
      </pc:sldChg>
      <pc:sldChg chg="modSp add">
        <pc:chgData name="Asaf Gendler" userId="1afd4eae-2c10-43ce-b252-87f975bb669c" providerId="ADAL" clId="{3C21E0E4-DD16-40FD-9B43-5BEA7895454C}" dt="2020-04-14T20:59:39.265" v="6130" actId="20577"/>
        <pc:sldMkLst>
          <pc:docMk/>
          <pc:sldMk cId="2670502851" sldId="361"/>
        </pc:sldMkLst>
        <pc:spChg chg="mod">
          <ac:chgData name="Asaf Gendler" userId="1afd4eae-2c10-43ce-b252-87f975bb669c" providerId="ADAL" clId="{3C21E0E4-DD16-40FD-9B43-5BEA7895454C}" dt="2020-04-14T20:59:39.265" v="6130" actId="20577"/>
          <ac:spMkLst>
            <pc:docMk/>
            <pc:sldMk cId="2670502851" sldId="361"/>
            <ac:spMk id="3" creationId="{00000000-0000-0000-0000-000000000000}"/>
          </ac:spMkLst>
        </pc:spChg>
      </pc:sldChg>
      <pc:sldChg chg="del">
        <pc:chgData name="Asaf Gendler" userId="1afd4eae-2c10-43ce-b252-87f975bb669c" providerId="ADAL" clId="{3C21E0E4-DD16-40FD-9B43-5BEA7895454C}" dt="2020-04-15T12:12:53.277" v="7375" actId="47"/>
        <pc:sldMkLst>
          <pc:docMk/>
          <pc:sldMk cId="672674605" sldId="362"/>
        </pc:sldMkLst>
      </pc:sldChg>
      <pc:sldChg chg="addSp delSp modSp add mod delAnim modAnim">
        <pc:chgData name="Asaf Gendler" userId="1afd4eae-2c10-43ce-b252-87f975bb669c" providerId="ADAL" clId="{3C21E0E4-DD16-40FD-9B43-5BEA7895454C}" dt="2020-04-15T16:59:41.352" v="7483"/>
        <pc:sldMkLst>
          <pc:docMk/>
          <pc:sldMk cId="2616348867" sldId="363"/>
        </pc:sldMkLst>
        <pc:picChg chg="del">
          <ac:chgData name="Asaf Gendler" userId="1afd4eae-2c10-43ce-b252-87f975bb669c" providerId="ADAL" clId="{3C21E0E4-DD16-40FD-9B43-5BEA7895454C}" dt="2020-04-15T11:45:41.081" v="6742" actId="478"/>
          <ac:picMkLst>
            <pc:docMk/>
            <pc:sldMk cId="2616348867" sldId="363"/>
            <ac:picMk id="4" creationId="{FB41F025-19A6-45BF-9EBE-17E24B199195}"/>
          </ac:picMkLst>
        </pc:picChg>
        <pc:picChg chg="add mod">
          <ac:chgData name="Asaf Gendler" userId="1afd4eae-2c10-43ce-b252-87f975bb669c" providerId="ADAL" clId="{3C21E0E4-DD16-40FD-9B43-5BEA7895454C}" dt="2020-04-15T11:45:46.108" v="6748" actId="1076"/>
          <ac:picMkLst>
            <pc:docMk/>
            <pc:sldMk cId="2616348867" sldId="363"/>
            <ac:picMk id="6" creationId="{1095AEC4-1486-474D-AAED-BADFD3684F9A}"/>
          </ac:picMkLst>
        </pc:picChg>
      </pc:sldChg>
      <pc:sldChg chg="addSp delSp modSp add mod delAnim modAnim modNotesTx">
        <pc:chgData name="Asaf Gendler" userId="1afd4eae-2c10-43ce-b252-87f975bb669c" providerId="ADAL" clId="{3C21E0E4-DD16-40FD-9B43-5BEA7895454C}" dt="2020-04-15T12:12:16.914" v="7373" actId="27636"/>
        <pc:sldMkLst>
          <pc:docMk/>
          <pc:sldMk cId="119870776" sldId="364"/>
        </pc:sldMkLst>
        <pc:spChg chg="mod">
          <ac:chgData name="Asaf Gendler" userId="1afd4eae-2c10-43ce-b252-87f975bb669c" providerId="ADAL" clId="{3C21E0E4-DD16-40FD-9B43-5BEA7895454C}" dt="2020-04-15T11:55:23.609" v="6928" actId="20577"/>
          <ac:spMkLst>
            <pc:docMk/>
            <pc:sldMk cId="119870776" sldId="364"/>
            <ac:spMk id="2" creationId="{00000000-0000-0000-0000-000000000000}"/>
          </ac:spMkLst>
        </pc:spChg>
        <pc:spChg chg="mod">
          <ac:chgData name="Asaf Gendler" userId="1afd4eae-2c10-43ce-b252-87f975bb669c" providerId="ADAL" clId="{3C21E0E4-DD16-40FD-9B43-5BEA7895454C}" dt="2020-04-15T12:12:16.914" v="7373" actId="27636"/>
          <ac:spMkLst>
            <pc:docMk/>
            <pc:sldMk cId="119870776" sldId="364"/>
            <ac:spMk id="3" creationId="{00000000-0000-0000-0000-000000000000}"/>
          </ac:spMkLst>
        </pc:spChg>
        <pc:spChg chg="del mod">
          <ac:chgData name="Asaf Gendler" userId="1afd4eae-2c10-43ce-b252-87f975bb669c" providerId="ADAL" clId="{3C21E0E4-DD16-40FD-9B43-5BEA7895454C}" dt="2020-04-15T11:54:51.095" v="6919"/>
          <ac:spMkLst>
            <pc:docMk/>
            <pc:sldMk cId="119870776" sldId="364"/>
            <ac:spMk id="4" creationId="{16F18B85-A0F6-4B75-A919-4949D79B5C37}"/>
          </ac:spMkLst>
        </pc:spChg>
        <pc:picChg chg="add mod">
          <ac:chgData name="Asaf Gendler" userId="1afd4eae-2c10-43ce-b252-87f975bb669c" providerId="ADAL" clId="{3C21E0E4-DD16-40FD-9B43-5BEA7895454C}" dt="2020-04-15T12:11:13.768" v="7365" actId="1076"/>
          <ac:picMkLst>
            <pc:docMk/>
            <pc:sldMk cId="119870776" sldId="364"/>
            <ac:picMk id="1026" creationId="{B1D85C1C-4579-456C-9C86-07E9C71AD74F}"/>
          </ac:picMkLst>
        </pc:picChg>
        <pc:picChg chg="add mod">
          <ac:chgData name="Asaf Gendler" userId="1afd4eae-2c10-43ce-b252-87f975bb669c" providerId="ADAL" clId="{3C21E0E4-DD16-40FD-9B43-5BEA7895454C}" dt="2020-04-15T12:11:03.640" v="7364" actId="1076"/>
          <ac:picMkLst>
            <pc:docMk/>
            <pc:sldMk cId="119870776" sldId="364"/>
            <ac:picMk id="1028" creationId="{09F42635-ECAA-4E39-86C9-2FFC5B409C34}"/>
          </ac:picMkLst>
        </pc:picChg>
        <pc:picChg chg="del">
          <ac:chgData name="Asaf Gendler" userId="1afd4eae-2c10-43ce-b252-87f975bb669c" providerId="ADAL" clId="{3C21E0E4-DD16-40FD-9B43-5BEA7895454C}" dt="2020-04-15T11:53:27.491" v="6805" actId="478"/>
          <ac:picMkLst>
            <pc:docMk/>
            <pc:sldMk cId="119870776" sldId="364"/>
            <ac:picMk id="2050" creationId="{00000000-0000-0000-0000-000000000000}"/>
          </ac:picMkLst>
        </pc:picChg>
        <pc:picChg chg="del">
          <ac:chgData name="Asaf Gendler" userId="1afd4eae-2c10-43ce-b252-87f975bb669c" providerId="ADAL" clId="{3C21E0E4-DD16-40FD-9B43-5BEA7895454C}" dt="2020-04-15T11:53:27.037" v="6804" actId="478"/>
          <ac:picMkLst>
            <pc:docMk/>
            <pc:sldMk cId="119870776" sldId="364"/>
            <ac:picMk id="2052" creationId="{00000000-0000-0000-0000-000000000000}"/>
          </ac:picMkLst>
        </pc:picChg>
      </pc:sldChg>
      <pc:sldChg chg="addSp delSp modSp add del modAnim">
        <pc:chgData name="Asaf Gendler" userId="1afd4eae-2c10-43ce-b252-87f975bb669c" providerId="ADAL" clId="{3C21E0E4-DD16-40FD-9B43-5BEA7895454C}" dt="2020-04-16T12:36:04.882" v="7907" actId="47"/>
        <pc:sldMkLst>
          <pc:docMk/>
          <pc:sldMk cId="1233447991" sldId="365"/>
        </pc:sldMkLst>
        <pc:spChg chg="mod topLvl">
          <ac:chgData name="Asaf Gendler" userId="1afd4eae-2c10-43ce-b252-87f975bb669c" providerId="ADAL" clId="{3C21E0E4-DD16-40FD-9B43-5BEA7895454C}" dt="2020-04-16T12:34:45.768" v="7901" actId="165"/>
          <ac:spMkLst>
            <pc:docMk/>
            <pc:sldMk cId="1233447991" sldId="365"/>
            <ac:spMk id="19" creationId="{667ACDAC-0CBA-4270-B740-471EAF54A3C0}"/>
          </ac:spMkLst>
        </pc:spChg>
        <pc:grpChg chg="mod topLvl">
          <ac:chgData name="Asaf Gendler" userId="1afd4eae-2c10-43ce-b252-87f975bb669c" providerId="ADAL" clId="{3C21E0E4-DD16-40FD-9B43-5BEA7895454C}" dt="2020-04-16T12:35:58.817" v="7906" actId="1076"/>
          <ac:grpSpMkLst>
            <pc:docMk/>
            <pc:sldMk cId="1233447991" sldId="365"/>
            <ac:grpSpMk id="31" creationId="{902932BC-77FD-44CB-8F76-DA4BFF4DD72B}"/>
          </ac:grpSpMkLst>
        </pc:grpChg>
        <pc:grpChg chg="add del mod">
          <ac:chgData name="Asaf Gendler" userId="1afd4eae-2c10-43ce-b252-87f975bb669c" providerId="ADAL" clId="{3C21E0E4-DD16-40FD-9B43-5BEA7895454C}" dt="2020-04-16T12:35:58.817" v="7906" actId="1076"/>
          <ac:grpSpMkLst>
            <pc:docMk/>
            <pc:sldMk cId="1233447991" sldId="365"/>
            <ac:grpSpMk id="40" creationId="{F554798B-D221-45E7-AB8B-0E76570CE94E}"/>
          </ac:grpSpMkLst>
        </pc:grpChg>
        <pc:picChg chg="mod">
          <ac:chgData name="Asaf Gendler" userId="1afd4eae-2c10-43ce-b252-87f975bb669c" providerId="ADAL" clId="{3C21E0E4-DD16-40FD-9B43-5BEA7895454C}" dt="2020-04-16T12:35:57.216" v="7904" actId="1076"/>
          <ac:picMkLst>
            <pc:docMk/>
            <pc:sldMk cId="1233447991" sldId="365"/>
            <ac:picMk id="8" creationId="{2C8EED50-664C-4F69-9C46-9E4CF0ACADD6}"/>
          </ac:picMkLst>
        </pc:picChg>
        <pc:cxnChg chg="mod topLvl">
          <ac:chgData name="Asaf Gendler" userId="1afd4eae-2c10-43ce-b252-87f975bb669c" providerId="ADAL" clId="{3C21E0E4-DD16-40FD-9B43-5BEA7895454C}" dt="2020-04-16T12:34:45.768" v="7901" actId="165"/>
          <ac:cxnSpMkLst>
            <pc:docMk/>
            <pc:sldMk cId="1233447991" sldId="365"/>
            <ac:cxnSpMk id="20" creationId="{0115CD78-1B4E-4E13-9FF3-77FEEA8CFA5F}"/>
          </ac:cxnSpMkLst>
        </pc:cxnChg>
        <pc:cxnChg chg="mod topLvl">
          <ac:chgData name="Asaf Gendler" userId="1afd4eae-2c10-43ce-b252-87f975bb669c" providerId="ADAL" clId="{3C21E0E4-DD16-40FD-9B43-5BEA7895454C}" dt="2020-04-16T12:34:45.768" v="7901" actId="165"/>
          <ac:cxnSpMkLst>
            <pc:docMk/>
            <pc:sldMk cId="1233447991" sldId="365"/>
            <ac:cxnSpMk id="26" creationId="{96156AA3-B400-45B2-AB5D-621C8925DF66}"/>
          </ac:cxnSpMkLst>
        </pc:cxnChg>
      </pc:sldChg>
      <pc:sldChg chg="addSp delSp modSp add del mod delAnim modAnim">
        <pc:chgData name="Asaf Gendler" userId="1afd4eae-2c10-43ce-b252-87f975bb669c" providerId="ADAL" clId="{3C21E0E4-DD16-40FD-9B43-5BEA7895454C}" dt="2020-04-16T12:46:33.247" v="7972" actId="47"/>
        <pc:sldMkLst>
          <pc:docMk/>
          <pc:sldMk cId="1980300293" sldId="365"/>
        </pc:sldMkLst>
        <pc:spChg chg="del">
          <ac:chgData name="Asaf Gendler" userId="1afd4eae-2c10-43ce-b252-87f975bb669c" providerId="ADAL" clId="{3C21E0E4-DD16-40FD-9B43-5BEA7895454C}" dt="2020-04-16T12:36:12.531" v="7909" actId="478"/>
          <ac:spMkLst>
            <pc:docMk/>
            <pc:sldMk cId="1980300293" sldId="365"/>
            <ac:spMk id="4" creationId="{18D7ED3E-3A05-4C77-90FE-33D683A5D28B}"/>
          </ac:spMkLst>
        </pc:spChg>
        <pc:grpChg chg="add mod">
          <ac:chgData name="Asaf Gendler" userId="1afd4eae-2c10-43ce-b252-87f975bb669c" providerId="ADAL" clId="{3C21E0E4-DD16-40FD-9B43-5BEA7895454C}" dt="2020-04-16T12:36:25.586" v="7912" actId="164"/>
          <ac:grpSpMkLst>
            <pc:docMk/>
            <pc:sldMk cId="1980300293" sldId="365"/>
            <ac:grpSpMk id="11" creationId="{7EE5E11B-7635-4A29-8C25-EF26F6F25014}"/>
          </ac:grpSpMkLst>
        </pc:grpChg>
        <pc:grpChg chg="add del mod">
          <ac:chgData name="Asaf Gendler" userId="1afd4eae-2c10-43ce-b252-87f975bb669c" providerId="ADAL" clId="{3C21E0E4-DD16-40FD-9B43-5BEA7895454C}" dt="2020-04-16T12:36:25.586" v="7912" actId="164"/>
          <ac:grpSpMkLst>
            <pc:docMk/>
            <pc:sldMk cId="1980300293" sldId="365"/>
            <ac:grpSpMk id="40" creationId="{F554798B-D221-45E7-AB8B-0E76570CE94E}"/>
          </ac:grpSpMkLst>
        </pc:grpChg>
        <pc:grpChg chg="mod">
          <ac:chgData name="Asaf Gendler" userId="1afd4eae-2c10-43ce-b252-87f975bb669c" providerId="ADAL" clId="{3C21E0E4-DD16-40FD-9B43-5BEA7895454C}" dt="2020-04-16T12:36:25.586" v="7912" actId="164"/>
          <ac:grpSpMkLst>
            <pc:docMk/>
            <pc:sldMk cId="1980300293" sldId="365"/>
            <ac:grpSpMk id="41" creationId="{E0BAF8EF-ED31-4B92-BDC8-A1D435827CC7}"/>
          </ac:grpSpMkLst>
        </pc:grpChg>
        <pc:cxnChg chg="mod">
          <ac:chgData name="Asaf Gendler" userId="1afd4eae-2c10-43ce-b252-87f975bb669c" providerId="ADAL" clId="{3C21E0E4-DD16-40FD-9B43-5BEA7895454C}" dt="2020-04-16T12:36:25.586" v="7912" actId="164"/>
          <ac:cxnSpMkLst>
            <pc:docMk/>
            <pc:sldMk cId="1980300293" sldId="365"/>
            <ac:cxnSpMk id="5" creationId="{BB94BA68-DD77-4AEF-A0F8-B504C4265244}"/>
          </ac:cxnSpMkLst>
        </pc:cxnChg>
      </pc:sldChg>
      <pc:sldChg chg="addSp delSp modSp add mod delAnim modAnim modNotesTx">
        <pc:chgData name="Asaf Gendler" userId="1afd4eae-2c10-43ce-b252-87f975bb669c" providerId="ADAL" clId="{3C21E0E4-DD16-40FD-9B43-5BEA7895454C}" dt="2020-04-18T14:13:57.125" v="8531" actId="6549"/>
        <pc:sldMkLst>
          <pc:docMk/>
          <pc:sldMk cId="2043694143" sldId="365"/>
        </pc:sldMkLst>
        <pc:spChg chg="mod">
          <ac:chgData name="Asaf Gendler" userId="1afd4eae-2c10-43ce-b252-87f975bb669c" providerId="ADAL" clId="{3C21E0E4-DD16-40FD-9B43-5BEA7895454C}" dt="2020-04-16T13:56:30.812" v="8150" actId="1076"/>
          <ac:spMkLst>
            <pc:docMk/>
            <pc:sldMk cId="2043694143" sldId="365"/>
            <ac:spMk id="3" creationId="{00000000-0000-0000-0000-000000000000}"/>
          </ac:spMkLst>
        </pc:spChg>
        <pc:spChg chg="del">
          <ac:chgData name="Asaf Gendler" userId="1afd4eae-2c10-43ce-b252-87f975bb669c" providerId="ADAL" clId="{3C21E0E4-DD16-40FD-9B43-5BEA7895454C}" dt="2020-04-16T13:44:09.445" v="8053" actId="478"/>
          <ac:spMkLst>
            <pc:docMk/>
            <pc:sldMk cId="2043694143" sldId="365"/>
            <ac:spMk id="4" creationId="{18D7ED3E-3A05-4C77-90FE-33D683A5D28B}"/>
          </ac:spMkLst>
        </pc:spChg>
        <pc:spChg chg="mod topLvl">
          <ac:chgData name="Asaf Gendler" userId="1afd4eae-2c10-43ce-b252-87f975bb669c" providerId="ADAL" clId="{3C21E0E4-DD16-40FD-9B43-5BEA7895454C}" dt="2020-04-16T13:52:09.740" v="8107" actId="164"/>
          <ac:spMkLst>
            <pc:docMk/>
            <pc:sldMk cId="2043694143" sldId="365"/>
            <ac:spMk id="6" creationId="{B82697A4-F71C-47A7-9FF3-D502169BD5C8}"/>
          </ac:spMkLst>
        </pc:spChg>
        <pc:spChg chg="add mod">
          <ac:chgData name="Asaf Gendler" userId="1afd4eae-2c10-43ce-b252-87f975bb669c" providerId="ADAL" clId="{3C21E0E4-DD16-40FD-9B43-5BEA7895454C}" dt="2020-04-16T13:52:09.740" v="8107" actId="164"/>
          <ac:spMkLst>
            <pc:docMk/>
            <pc:sldMk cId="2043694143" sldId="365"/>
            <ac:spMk id="14" creationId="{8B078D5D-96A9-416F-AEC0-D78FFA3DD117}"/>
          </ac:spMkLst>
        </pc:spChg>
        <pc:spChg chg="mod topLvl">
          <ac:chgData name="Asaf Gendler" userId="1afd4eae-2c10-43ce-b252-87f975bb669c" providerId="ADAL" clId="{3C21E0E4-DD16-40FD-9B43-5BEA7895454C}" dt="2020-04-16T13:52:09.740" v="8107" actId="164"/>
          <ac:spMkLst>
            <pc:docMk/>
            <pc:sldMk cId="2043694143" sldId="365"/>
            <ac:spMk id="19" creationId="{667ACDAC-0CBA-4270-B740-471EAF54A3C0}"/>
          </ac:spMkLst>
        </pc:spChg>
        <pc:spChg chg="add mod">
          <ac:chgData name="Asaf Gendler" userId="1afd4eae-2c10-43ce-b252-87f975bb669c" providerId="ADAL" clId="{3C21E0E4-DD16-40FD-9B43-5BEA7895454C}" dt="2020-04-16T13:53:47.378" v="8126" actId="1076"/>
          <ac:spMkLst>
            <pc:docMk/>
            <pc:sldMk cId="2043694143" sldId="365"/>
            <ac:spMk id="25" creationId="{7801CB1B-B87B-49F1-9BF2-3CD7BB69B84A}"/>
          </ac:spMkLst>
        </pc:spChg>
        <pc:spChg chg="add mod">
          <ac:chgData name="Asaf Gendler" userId="1afd4eae-2c10-43ce-b252-87f975bb669c" providerId="ADAL" clId="{3C21E0E4-DD16-40FD-9B43-5BEA7895454C}" dt="2020-04-16T13:55:44.906" v="8147" actId="1076"/>
          <ac:spMkLst>
            <pc:docMk/>
            <pc:sldMk cId="2043694143" sldId="365"/>
            <ac:spMk id="27" creationId="{1C9F8BD9-F9A2-4A37-A7A4-4E68175CCD5A}"/>
          </ac:spMkLst>
        </pc:spChg>
        <pc:spChg chg="add mod">
          <ac:chgData name="Asaf Gendler" userId="1afd4eae-2c10-43ce-b252-87f975bb669c" providerId="ADAL" clId="{3C21E0E4-DD16-40FD-9B43-5BEA7895454C}" dt="2020-04-16T13:55:25.970" v="8143" actId="1076"/>
          <ac:spMkLst>
            <pc:docMk/>
            <pc:sldMk cId="2043694143" sldId="365"/>
            <ac:spMk id="29" creationId="{589D67B8-73A2-42F7-834C-682BB8DA9DE5}"/>
          </ac:spMkLst>
        </pc:spChg>
        <pc:spChg chg="add mod">
          <ac:chgData name="Asaf Gendler" userId="1afd4eae-2c10-43ce-b252-87f975bb669c" providerId="ADAL" clId="{3C21E0E4-DD16-40FD-9B43-5BEA7895454C}" dt="2020-04-16T13:56:08.495" v="8149" actId="1076"/>
          <ac:spMkLst>
            <pc:docMk/>
            <pc:sldMk cId="2043694143" sldId="365"/>
            <ac:spMk id="30" creationId="{8CB00237-5486-4A7C-B625-4002C2683DF8}"/>
          </ac:spMkLst>
        </pc:spChg>
        <pc:spChg chg="add mod">
          <ac:chgData name="Asaf Gendler" userId="1afd4eae-2c10-43ce-b252-87f975bb669c" providerId="ADAL" clId="{3C21E0E4-DD16-40FD-9B43-5BEA7895454C}" dt="2020-04-16T13:58:47.822" v="8170" actId="1076"/>
          <ac:spMkLst>
            <pc:docMk/>
            <pc:sldMk cId="2043694143" sldId="365"/>
            <ac:spMk id="33" creationId="{3F5CB23E-D154-416E-99A7-B7829CAAC041}"/>
          </ac:spMkLst>
        </pc:spChg>
        <pc:spChg chg="add mod">
          <ac:chgData name="Asaf Gendler" userId="1afd4eae-2c10-43ce-b252-87f975bb669c" providerId="ADAL" clId="{3C21E0E4-DD16-40FD-9B43-5BEA7895454C}" dt="2020-04-16T13:54:24.985" v="8133" actId="164"/>
          <ac:spMkLst>
            <pc:docMk/>
            <pc:sldMk cId="2043694143" sldId="365"/>
            <ac:spMk id="36" creationId="{E3D28452-B006-45B3-928E-613AB97C2BB6}"/>
          </ac:spMkLst>
        </pc:spChg>
        <pc:spChg chg="add mod">
          <ac:chgData name="Asaf Gendler" userId="1afd4eae-2c10-43ce-b252-87f975bb669c" providerId="ADAL" clId="{3C21E0E4-DD16-40FD-9B43-5BEA7895454C}" dt="2020-04-16T14:00:52.269" v="8187" actId="1076"/>
          <ac:spMkLst>
            <pc:docMk/>
            <pc:sldMk cId="2043694143" sldId="365"/>
            <ac:spMk id="37" creationId="{41F3191A-6AE8-4679-808F-514E3B95B573}"/>
          </ac:spMkLst>
        </pc:spChg>
        <pc:spChg chg="add mod">
          <ac:chgData name="Asaf Gendler" userId="1afd4eae-2c10-43ce-b252-87f975bb669c" providerId="ADAL" clId="{3C21E0E4-DD16-40FD-9B43-5BEA7895454C}" dt="2020-04-16T14:01:28.167" v="8193" actId="1076"/>
          <ac:spMkLst>
            <pc:docMk/>
            <pc:sldMk cId="2043694143" sldId="365"/>
            <ac:spMk id="38" creationId="{8A06041C-38FF-467E-A98F-CA6D7B28B61B}"/>
          </ac:spMkLst>
        </pc:spChg>
        <pc:spChg chg="add mod">
          <ac:chgData name="Asaf Gendler" userId="1afd4eae-2c10-43ce-b252-87f975bb669c" providerId="ADAL" clId="{3C21E0E4-DD16-40FD-9B43-5BEA7895454C}" dt="2020-04-16T14:07:07.764" v="8225" actId="1076"/>
          <ac:spMkLst>
            <pc:docMk/>
            <pc:sldMk cId="2043694143" sldId="365"/>
            <ac:spMk id="39" creationId="{E99D330A-6412-4BC9-901B-78FF18A367CD}"/>
          </ac:spMkLst>
        </pc:spChg>
        <pc:grpChg chg="add del mod">
          <ac:chgData name="Asaf Gendler" userId="1afd4eae-2c10-43ce-b252-87f975bb669c" providerId="ADAL" clId="{3C21E0E4-DD16-40FD-9B43-5BEA7895454C}" dt="2020-04-16T13:47:37.469" v="8057" actId="165"/>
          <ac:grpSpMkLst>
            <pc:docMk/>
            <pc:sldMk cId="2043694143" sldId="365"/>
            <ac:grpSpMk id="11" creationId="{F6F6F828-173F-4436-B8FB-843CE19D4E86}"/>
          </ac:grpSpMkLst>
        </pc:grpChg>
        <pc:grpChg chg="mod">
          <ac:chgData name="Asaf Gendler" userId="1afd4eae-2c10-43ce-b252-87f975bb669c" providerId="ADAL" clId="{3C21E0E4-DD16-40FD-9B43-5BEA7895454C}" dt="2020-04-16T13:54:57.022" v="8139" actId="1076"/>
          <ac:grpSpMkLst>
            <pc:docMk/>
            <pc:sldMk cId="2043694143" sldId="365"/>
            <ac:grpSpMk id="12" creationId="{32675979-6D02-4774-8ACF-55A46A160828}"/>
          </ac:grpSpMkLst>
        </pc:grpChg>
        <pc:grpChg chg="add del mod">
          <ac:chgData name="Asaf Gendler" userId="1afd4eae-2c10-43ce-b252-87f975bb669c" providerId="ADAL" clId="{3C21E0E4-DD16-40FD-9B43-5BEA7895454C}" dt="2020-04-16T13:48:49.266" v="8064" actId="165"/>
          <ac:grpSpMkLst>
            <pc:docMk/>
            <pc:sldMk cId="2043694143" sldId="365"/>
            <ac:grpSpMk id="13" creationId="{44D1822C-F59F-4A3A-9E43-A343C4CFE475}"/>
          </ac:grpSpMkLst>
        </pc:grpChg>
        <pc:grpChg chg="add mod">
          <ac:chgData name="Asaf Gendler" userId="1afd4eae-2c10-43ce-b252-87f975bb669c" providerId="ADAL" clId="{3C21E0E4-DD16-40FD-9B43-5BEA7895454C}" dt="2020-04-16T13:54:57.022" v="8139" actId="1076"/>
          <ac:grpSpMkLst>
            <pc:docMk/>
            <pc:sldMk cId="2043694143" sldId="365"/>
            <ac:grpSpMk id="24" creationId="{5687CA95-E4C6-4E64-970D-6F7F37F0AFA3}"/>
          </ac:grpSpMkLst>
        </pc:grpChg>
        <pc:grpChg chg="add mod">
          <ac:chgData name="Asaf Gendler" userId="1afd4eae-2c10-43ce-b252-87f975bb669c" providerId="ADAL" clId="{3C21E0E4-DD16-40FD-9B43-5BEA7895454C}" dt="2020-04-16T13:54:57.022" v="8139" actId="1076"/>
          <ac:grpSpMkLst>
            <pc:docMk/>
            <pc:sldMk cId="2043694143" sldId="365"/>
            <ac:grpSpMk id="28" creationId="{3BBE2BC9-9FC9-484C-A800-0BA5339A8B25}"/>
          </ac:grpSpMkLst>
        </pc:grpChg>
        <pc:grpChg chg="del mod topLvl">
          <ac:chgData name="Asaf Gendler" userId="1afd4eae-2c10-43ce-b252-87f975bb669c" providerId="ADAL" clId="{3C21E0E4-DD16-40FD-9B43-5BEA7895454C}" dt="2020-04-16T13:47:45.342" v="8059" actId="165"/>
          <ac:grpSpMkLst>
            <pc:docMk/>
            <pc:sldMk cId="2043694143" sldId="365"/>
            <ac:grpSpMk id="31" creationId="{902932BC-77FD-44CB-8F76-DA4BFF4DD72B}"/>
          </ac:grpSpMkLst>
        </pc:grpChg>
        <pc:grpChg chg="mod">
          <ac:chgData name="Asaf Gendler" userId="1afd4eae-2c10-43ce-b252-87f975bb669c" providerId="ADAL" clId="{3C21E0E4-DD16-40FD-9B43-5BEA7895454C}" dt="2020-04-16T13:54:57.022" v="8139" actId="1076"/>
          <ac:grpSpMkLst>
            <pc:docMk/>
            <pc:sldMk cId="2043694143" sldId="365"/>
            <ac:grpSpMk id="35" creationId="{7167C9AC-CDB8-4A56-A3EA-5680A1BD5FA1}"/>
          </ac:grpSpMkLst>
        </pc:grpChg>
        <pc:grpChg chg="del mod topLvl">
          <ac:chgData name="Asaf Gendler" userId="1afd4eae-2c10-43ce-b252-87f975bb669c" providerId="ADAL" clId="{3C21E0E4-DD16-40FD-9B43-5BEA7895454C}" dt="2020-04-16T13:47:41.223" v="8058" actId="165"/>
          <ac:grpSpMkLst>
            <pc:docMk/>
            <pc:sldMk cId="2043694143" sldId="365"/>
            <ac:grpSpMk id="40" creationId="{F554798B-D221-45E7-AB8B-0E76570CE94E}"/>
          </ac:grpSpMkLst>
        </pc:grpChg>
        <pc:grpChg chg="mod topLvl">
          <ac:chgData name="Asaf Gendler" userId="1afd4eae-2c10-43ce-b252-87f975bb669c" providerId="ADAL" clId="{3C21E0E4-DD16-40FD-9B43-5BEA7895454C}" dt="2020-04-16T13:54:57.022" v="8139" actId="1076"/>
          <ac:grpSpMkLst>
            <pc:docMk/>
            <pc:sldMk cId="2043694143" sldId="365"/>
            <ac:grpSpMk id="41" creationId="{E0BAF8EF-ED31-4B92-BDC8-A1D435827CC7}"/>
          </ac:grpSpMkLst>
        </pc:grpChg>
        <pc:picChg chg="mod topLvl">
          <ac:chgData name="Asaf Gendler" userId="1afd4eae-2c10-43ce-b252-87f975bb669c" providerId="ADAL" clId="{3C21E0E4-DD16-40FD-9B43-5BEA7895454C}" dt="2020-04-16T13:52:09.740" v="8107" actId="164"/>
          <ac:picMkLst>
            <pc:docMk/>
            <pc:sldMk cId="2043694143" sldId="365"/>
            <ac:picMk id="8" creationId="{2C8EED50-664C-4F69-9C46-9E4CF0ACADD6}"/>
          </ac:picMkLst>
        </pc:picChg>
        <pc:picChg chg="mod topLvl">
          <ac:chgData name="Asaf Gendler" userId="1afd4eae-2c10-43ce-b252-87f975bb669c" providerId="ADAL" clId="{3C21E0E4-DD16-40FD-9B43-5BEA7895454C}" dt="2020-04-16T13:52:09.740" v="8107" actId="164"/>
          <ac:picMkLst>
            <pc:docMk/>
            <pc:sldMk cId="2043694143" sldId="365"/>
            <ac:picMk id="32" creationId="{846E04EB-AE00-4FB5-B59B-70ECFDF06616}"/>
          </ac:picMkLst>
        </pc:picChg>
        <pc:picChg chg="add mod">
          <ac:chgData name="Asaf Gendler" userId="1afd4eae-2c10-43ce-b252-87f975bb669c" providerId="ADAL" clId="{3C21E0E4-DD16-40FD-9B43-5BEA7895454C}" dt="2020-04-16T14:04:23.696" v="8202" actId="1076"/>
          <ac:picMkLst>
            <pc:docMk/>
            <pc:sldMk cId="2043694143" sldId="365"/>
            <ac:picMk id="1026" creationId="{B455750B-ECAA-4640-88D1-A4E42767C94E}"/>
          </ac:picMkLst>
        </pc:picChg>
        <pc:picChg chg="add mod">
          <ac:chgData name="Asaf Gendler" userId="1afd4eae-2c10-43ce-b252-87f975bb669c" providerId="ADAL" clId="{3C21E0E4-DD16-40FD-9B43-5BEA7895454C}" dt="2020-04-16T14:05:21.925" v="8209" actId="1076"/>
          <ac:picMkLst>
            <pc:docMk/>
            <pc:sldMk cId="2043694143" sldId="365"/>
            <ac:picMk id="1028" creationId="{803947C4-F571-438D-86E3-770D69459381}"/>
          </ac:picMkLst>
        </pc:picChg>
        <pc:cxnChg chg="mod topLvl">
          <ac:chgData name="Asaf Gendler" userId="1afd4eae-2c10-43ce-b252-87f975bb669c" providerId="ADAL" clId="{3C21E0E4-DD16-40FD-9B43-5BEA7895454C}" dt="2020-04-16T13:52:09.740" v="8107" actId="164"/>
          <ac:cxnSpMkLst>
            <pc:docMk/>
            <pc:sldMk cId="2043694143" sldId="365"/>
            <ac:cxnSpMk id="5" creationId="{BB94BA68-DD77-4AEF-A0F8-B504C4265244}"/>
          </ac:cxnSpMkLst>
        </pc:cxnChg>
        <pc:cxnChg chg="add mod">
          <ac:chgData name="Asaf Gendler" userId="1afd4eae-2c10-43ce-b252-87f975bb669c" providerId="ADAL" clId="{3C21E0E4-DD16-40FD-9B43-5BEA7895454C}" dt="2020-04-16T13:52:09.740" v="8107" actId="164"/>
          <ac:cxnSpMkLst>
            <pc:docMk/>
            <pc:sldMk cId="2043694143" sldId="365"/>
            <ac:cxnSpMk id="18" creationId="{F8C5509E-1950-4531-B161-D194DD4AA4B9}"/>
          </ac:cxnSpMkLst>
        </pc:cxnChg>
        <pc:cxnChg chg="mod topLvl">
          <ac:chgData name="Asaf Gendler" userId="1afd4eae-2c10-43ce-b252-87f975bb669c" providerId="ADAL" clId="{3C21E0E4-DD16-40FD-9B43-5BEA7895454C}" dt="2020-04-16T13:52:09.740" v="8107" actId="164"/>
          <ac:cxnSpMkLst>
            <pc:docMk/>
            <pc:sldMk cId="2043694143" sldId="365"/>
            <ac:cxnSpMk id="20" creationId="{0115CD78-1B4E-4E13-9FF3-77FEEA8CFA5F}"/>
          </ac:cxnSpMkLst>
        </pc:cxnChg>
        <pc:cxnChg chg="add mod">
          <ac:chgData name="Asaf Gendler" userId="1afd4eae-2c10-43ce-b252-87f975bb669c" providerId="ADAL" clId="{3C21E0E4-DD16-40FD-9B43-5BEA7895454C}" dt="2020-04-16T13:52:09.740" v="8107" actId="164"/>
          <ac:cxnSpMkLst>
            <pc:docMk/>
            <pc:sldMk cId="2043694143" sldId="365"/>
            <ac:cxnSpMk id="23" creationId="{AE3EE0CE-EF2D-4C04-AF52-BA432FBC85D8}"/>
          </ac:cxnSpMkLst>
        </pc:cxnChg>
        <pc:cxnChg chg="mod topLvl">
          <ac:chgData name="Asaf Gendler" userId="1afd4eae-2c10-43ce-b252-87f975bb669c" providerId="ADAL" clId="{3C21E0E4-DD16-40FD-9B43-5BEA7895454C}" dt="2020-04-16T13:52:09.740" v="8107" actId="164"/>
          <ac:cxnSpMkLst>
            <pc:docMk/>
            <pc:sldMk cId="2043694143" sldId="365"/>
            <ac:cxnSpMk id="26" creationId="{96156AA3-B400-45B2-AB5D-621C8925DF66}"/>
          </ac:cxnSpMkLst>
        </pc:cxnChg>
      </pc:sldChg>
      <pc:sldChg chg="add">
        <pc:chgData name="Asaf Gendler" userId="1afd4eae-2c10-43ce-b252-87f975bb669c" providerId="ADAL" clId="{3C21E0E4-DD16-40FD-9B43-5BEA7895454C}" dt="2020-04-16T15:08:48.518" v="8513"/>
        <pc:sldMkLst>
          <pc:docMk/>
          <pc:sldMk cId="2841019950" sldId="366"/>
        </pc:sldMkLst>
      </pc:sldChg>
      <pc:sldChg chg="add del">
        <pc:chgData name="Asaf Gendler" userId="1afd4eae-2c10-43ce-b252-87f975bb669c" providerId="ADAL" clId="{3C21E0E4-DD16-40FD-9B43-5BEA7895454C}" dt="2020-04-16T15:00:35.327" v="8436"/>
        <pc:sldMkLst>
          <pc:docMk/>
          <pc:sldMk cId="3631196354" sldId="366"/>
        </pc:sldMkLst>
      </pc:sldChg>
    </pc:docChg>
  </pc:docChgLst>
  <pc:docChgLst>
    <pc:chgData name="Nadav Shalev" userId="S::nadav.shalev@campus.technion.ac.il::2191f5c7-a166-41ee-b90f-18db3ceca851" providerId="AD" clId="Web-{CD60A725-BF44-B1B8-9012-64E0A7704673}"/>
    <pc:docChg chg="modSld">
      <pc:chgData name="Nadav Shalev" userId="S::nadav.shalev@campus.technion.ac.il::2191f5c7-a166-41ee-b90f-18db3ceca851" providerId="AD" clId="Web-{CD60A725-BF44-B1B8-9012-64E0A7704673}" dt="2020-04-16T08:43:45.053" v="34"/>
      <pc:docMkLst>
        <pc:docMk/>
      </pc:docMkLst>
      <pc:sldChg chg="addCm">
        <pc:chgData name="Nadav Shalev" userId="S::nadav.shalev@campus.technion.ac.il::2191f5c7-a166-41ee-b90f-18db3ceca851" providerId="AD" clId="Web-{CD60A725-BF44-B1B8-9012-64E0A7704673}" dt="2020-04-16T08:43:45.053" v="34"/>
        <pc:sldMkLst>
          <pc:docMk/>
          <pc:sldMk cId="194558903" sldId="299"/>
        </pc:sldMkLst>
      </pc:sldChg>
      <pc:sldChg chg="modSp addCm">
        <pc:chgData name="Nadav Shalev" userId="S::nadav.shalev@campus.technion.ac.il::2191f5c7-a166-41ee-b90f-18db3ceca851" providerId="AD" clId="Web-{CD60A725-BF44-B1B8-9012-64E0A7704673}" dt="2020-04-16T08:36:48.282" v="32"/>
        <pc:sldMkLst>
          <pc:docMk/>
          <pc:sldMk cId="3394805459" sldId="345"/>
        </pc:sldMkLst>
        <pc:graphicFrameChg chg="mod modGraphic">
          <ac:chgData name="Nadav Shalev" userId="S::nadav.shalev@campus.technion.ac.il::2191f5c7-a166-41ee-b90f-18db3ceca851" providerId="AD" clId="Web-{CD60A725-BF44-B1B8-9012-64E0A7704673}" dt="2020-04-16T08:35:47.172" v="31"/>
          <ac:graphicFrameMkLst>
            <pc:docMk/>
            <pc:sldMk cId="3394805459" sldId="345"/>
            <ac:graphicFrameMk id="6" creationId="{EE079AA3-D18F-4A81-B61C-7356B70FDC40}"/>
          </ac:graphicFrameMkLst>
        </pc:graphicFrameChg>
      </pc:sldChg>
      <pc:sldChg chg="addCm">
        <pc:chgData name="Nadav Shalev" userId="S::nadav.shalev@campus.technion.ac.il::2191f5c7-a166-41ee-b90f-18db3ceca851" providerId="AD" clId="Web-{CD60A725-BF44-B1B8-9012-64E0A7704673}" dt="2020-04-16T08:40:23.488" v="33"/>
        <pc:sldMkLst>
          <pc:docMk/>
          <pc:sldMk cId="570315945" sldId="352"/>
        </pc:sldMkLst>
      </pc:sldChg>
    </pc:docChg>
  </pc:docChgLst>
  <pc:docChgLst>
    <pc:chgData name="Nadav Shalev" userId="S::nadav.shalev@campus.technion.ac.il::2191f5c7-a166-41ee-b90f-18db3ceca851" providerId="AD" clId="Web-{96A52343-432A-4627-9774-387ADA5D44A5}"/>
    <pc:docChg chg="modSld">
      <pc:chgData name="Nadav Shalev" userId="S::nadav.shalev@campus.technion.ac.il::2191f5c7-a166-41ee-b90f-18db3ceca851" providerId="AD" clId="Web-{96A52343-432A-4627-9774-387ADA5D44A5}" dt="2020-04-12T07:33:20.403" v="0" actId="1076"/>
      <pc:docMkLst>
        <pc:docMk/>
      </pc:docMkLst>
      <pc:sldChg chg="modSp">
        <pc:chgData name="Nadav Shalev" userId="S::nadav.shalev@campus.technion.ac.il::2191f5c7-a166-41ee-b90f-18db3ceca851" providerId="AD" clId="Web-{96A52343-432A-4627-9774-387ADA5D44A5}" dt="2020-04-12T07:33:20.403" v="0" actId="1076"/>
        <pc:sldMkLst>
          <pc:docMk/>
          <pc:sldMk cId="1443450309" sldId="333"/>
        </pc:sldMkLst>
        <pc:spChg chg="mod">
          <ac:chgData name="Nadav Shalev" userId="S::nadav.shalev@campus.technion.ac.il::2191f5c7-a166-41ee-b90f-18db3ceca851" providerId="AD" clId="Web-{96A52343-432A-4627-9774-387ADA5D44A5}" dt="2020-04-12T07:33:20.403" v="0" actId="1076"/>
          <ac:spMkLst>
            <pc:docMk/>
            <pc:sldMk cId="1443450309" sldId="333"/>
            <ac:spMk id="7" creationId="{00000000-0000-0000-0000-000000000000}"/>
          </ac:spMkLst>
        </pc:spChg>
      </pc:sldChg>
    </pc:docChg>
  </pc:docChgLst>
  <pc:docChgLst>
    <pc:chgData name="Nadav Shalev" userId="S::nadav.shalev@campus.technion.ac.il::2191f5c7-a166-41ee-b90f-18db3ceca851" providerId="AD" clId="Web-{3E179A5A-676E-62E5-FDF4-F2A5BCAE0FEC}"/>
    <pc:docChg chg="modSld">
      <pc:chgData name="Nadav Shalev" userId="S::nadav.shalev@campus.technion.ac.il::2191f5c7-a166-41ee-b90f-18db3ceca851" providerId="AD" clId="Web-{3E179A5A-676E-62E5-FDF4-F2A5BCAE0FEC}" dt="2020-04-13T18:12:08.713" v="12"/>
      <pc:docMkLst>
        <pc:docMk/>
      </pc:docMkLst>
      <pc:sldChg chg="addCm">
        <pc:chgData name="Nadav Shalev" userId="S::nadav.shalev@campus.technion.ac.il::2191f5c7-a166-41ee-b90f-18db3ceca851" providerId="AD" clId="Web-{3E179A5A-676E-62E5-FDF4-F2A5BCAE0FEC}" dt="2020-04-13T18:12:08.713" v="12"/>
        <pc:sldMkLst>
          <pc:docMk/>
          <pc:sldMk cId="1669314898" sldId="296"/>
        </pc:sldMkLst>
      </pc:sldChg>
      <pc:sldChg chg="modSp">
        <pc:chgData name="Nadav Shalev" userId="S::nadav.shalev@campus.technion.ac.il::2191f5c7-a166-41ee-b90f-18db3ceca851" providerId="AD" clId="Web-{3E179A5A-676E-62E5-FDF4-F2A5BCAE0FEC}" dt="2020-04-13T18:05:56.270" v="7" actId="20577"/>
        <pc:sldMkLst>
          <pc:docMk/>
          <pc:sldMk cId="1443450309" sldId="333"/>
        </pc:sldMkLst>
        <pc:spChg chg="mod">
          <ac:chgData name="Nadav Shalev" userId="S::nadav.shalev@campus.technion.ac.il::2191f5c7-a166-41ee-b90f-18db3ceca851" providerId="AD" clId="Web-{3E179A5A-676E-62E5-FDF4-F2A5BCAE0FEC}" dt="2020-04-13T18:05:56.270" v="7" actId="20577"/>
          <ac:spMkLst>
            <pc:docMk/>
            <pc:sldMk cId="1443450309" sldId="333"/>
            <ac:spMk id="7" creationId="{00000000-0000-0000-0000-000000000000}"/>
          </ac:spMkLst>
        </pc:spChg>
      </pc:sldChg>
      <pc:sldChg chg="addCm">
        <pc:chgData name="Nadav Shalev" userId="S::nadav.shalev@campus.technion.ac.il::2191f5c7-a166-41ee-b90f-18db3ceca851" providerId="AD" clId="Web-{3E179A5A-676E-62E5-FDF4-F2A5BCAE0FEC}" dt="2020-04-13T18:11:07.149" v="10"/>
        <pc:sldMkLst>
          <pc:docMk/>
          <pc:sldMk cId="144797417" sldId="340"/>
        </pc:sldMkLst>
      </pc:sldChg>
      <pc:sldChg chg="addCm">
        <pc:chgData name="Nadav Shalev" userId="S::nadav.shalev@campus.technion.ac.il::2191f5c7-a166-41ee-b90f-18db3ceca851" providerId="AD" clId="Web-{3E179A5A-676E-62E5-FDF4-F2A5BCAE0FEC}" dt="2020-04-13T18:04:50.753" v="0"/>
        <pc:sldMkLst>
          <pc:docMk/>
          <pc:sldMk cId="3394805459" sldId="345"/>
        </pc:sldMkLst>
      </pc:sldChg>
      <pc:sldChg chg="addCm">
        <pc:chgData name="Nadav Shalev" userId="S::nadav.shalev@campus.technion.ac.il::2191f5c7-a166-41ee-b90f-18db3ceca851" providerId="AD" clId="Web-{3E179A5A-676E-62E5-FDF4-F2A5BCAE0FEC}" dt="2020-04-13T18:09:35.242" v="9"/>
        <pc:sldMkLst>
          <pc:docMk/>
          <pc:sldMk cId="2063022687" sldId="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972561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>
            <a:off x="1623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9B6F397-9295-4C9F-B4B0-31BF9D08FE68}" type="datetimeFigureOut">
              <a:rPr lang="he-IL" smtClean="0"/>
              <a:pPr/>
              <a:t>ז'/אלול/תש"ף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>
            <a:off x="3972561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1623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BE2A6A1-1652-41B2-B665-7F46B35F79A1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8246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972561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623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43B7BDA-9DDC-4E4C-973D-E4A3E66645CD}" type="datetimeFigureOut">
              <a:rPr lang="he-IL" smtClean="0"/>
              <a:pPr/>
              <a:t>ז'/אלול/תש"ף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972561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623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8C92D0D-AF30-4211-86C4-A3B87597F34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17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814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זה לא מספר זה </a:t>
            </a:r>
            <a:r>
              <a:rPr lang="he-IL" dirty="0" err="1"/>
              <a:t>פונקצייה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642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9347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 וגם גודל האינטרוול לא קבוע לכל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5742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 וגם גודל האינטרוול לא קבוע לכל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897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 וגם גודל האינטרוול לא קבוע לכל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9185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 וגם גודל האינטרוול לא קבוע לכל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607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 וגם גודל האינטרוול לא קבוע לכל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2477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 וגם גודל האינטרוול לא קבוע לכל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8932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 וגם גודל האינטרוול לא קבוע לכל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9834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מקיים את הדרישה על ההסתברות השולית וגם גודל האינטרוול לא קבוע לכל קלט.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9628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274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00800" y="6324600"/>
            <a:ext cx="2133600" cy="365125"/>
          </a:xfrm>
        </p:spPr>
        <p:txBody>
          <a:bodyPr/>
          <a:lstStyle/>
          <a:p>
            <a:r>
              <a:rPr lang="en-US"/>
              <a:t>#</a:t>
            </a:r>
          </a:p>
        </p:txBody>
      </p:sp>
      <p:pic>
        <p:nvPicPr>
          <p:cNvPr id="8" name="Picture 8" descr="http://pard.technion.ac.il/archives/Logo/Technion%20logo-1b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13561"/>
            <a:ext cx="1796142" cy="67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SIPL animated logo, low resolution">
            <a:hlinkClick r:id="" action="ppaction://media"/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3400" y="76200"/>
            <a:ext cx="1194816" cy="812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61" y="137674"/>
            <a:ext cx="1008000" cy="49323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3491298" y="114048"/>
            <a:ext cx="2535429" cy="431967"/>
          </a:xfrm>
          <a:prstGeom prst="rect">
            <a:avLst/>
          </a:prstGeom>
        </p:spPr>
        <p:txBody>
          <a:bodyPr vert="horz" lIns="91440" tIns="45720" rIns="91440" bIns="45720" rtlCol="1" anchor="t">
            <a:normAutofit fontScale="85000" lnSpcReduction="20000"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1800" b="1" kern="1200" baseline="0" dirty="0" smtClean="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en-US" sz="1600" b="0">
                <a:solidFill>
                  <a:srgbClr val="002060"/>
                </a:solidFill>
                <a:latin typeface="+mj-lt"/>
              </a:rPr>
              <a:t>Andrew and Erna Viterbi Faculty of Electrical Engineering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403161" y="660400"/>
            <a:ext cx="1447800" cy="431967"/>
          </a:xfrm>
          <a:prstGeom prst="rect">
            <a:avLst/>
          </a:prstGeom>
        </p:spPr>
        <p:txBody>
          <a:bodyPr vert="horz" lIns="91440" tIns="45720" rIns="91440" bIns="45720" rtlCol="1" anchor="t">
            <a:normAutofit fontScale="85000" lnSpcReduction="20000"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1800" b="1" kern="1200" baseline="0" dirty="0" smtClean="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r>
              <a:rPr lang="en-US" sz="1600" b="0">
                <a:solidFill>
                  <a:srgbClr val="AD13A9"/>
                </a:solidFill>
                <a:latin typeface="+mj-lt"/>
              </a:rPr>
              <a:t>Signal and Image Processing Lab.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95" r="15670"/>
          <a:stretch/>
        </p:blipFill>
        <p:spPr>
          <a:xfrm>
            <a:off x="3545508" y="510689"/>
            <a:ext cx="1800000" cy="55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0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0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0" dur="1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  <p:bldLst>
      <p:bldP spid="1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rtl="0"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C0B7-AB0D-4AF9-9C80-529313F012B2}" type="datetime1">
              <a:rPr lang="en-US" smtClean="0"/>
              <a:t>8/27/2020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6200"/>
            <a:ext cx="1008000" cy="4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5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82F35-29BF-4127-A4F3-CE8B20D358F7}" type="datetime1">
              <a:rPr lang="en-US" smtClean="0"/>
              <a:t>8/27/2020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D9778-10B4-40FB-B4E4-44FA89A866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1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hdr="0" ftr="0" dt="0"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29959"/>
            <a:ext cx="7385228" cy="3505200"/>
          </a:xfrm>
        </p:spPr>
        <p:txBody>
          <a:bodyPr>
            <a:noAutofit/>
          </a:bodyPr>
          <a:lstStyle/>
          <a:p>
            <a:pPr algn="l" rtl="0"/>
            <a:r>
              <a:rPr lang="en-US" sz="2400" u="sng" dirty="0">
                <a:solidFill>
                  <a:srgbClr val="002060"/>
                </a:solidFill>
              </a:rPr>
              <a:t>Students:</a:t>
            </a:r>
            <a:r>
              <a:rPr lang="en-US" sz="2400" dirty="0">
                <a:solidFill>
                  <a:srgbClr val="002060"/>
                </a:solidFill>
              </a:rPr>
              <a:t> Asaf Gendler		</a:t>
            </a:r>
          </a:p>
          <a:p>
            <a:pPr algn="l" rtl="0"/>
            <a:r>
              <a:rPr lang="en-US" sz="2400" u="sng" dirty="0">
                <a:solidFill>
                  <a:srgbClr val="002060"/>
                </a:solidFill>
              </a:rPr>
              <a:t>Supervisor</a:t>
            </a:r>
            <a:r>
              <a:rPr lang="en-US" sz="2400" dirty="0">
                <a:solidFill>
                  <a:srgbClr val="002060"/>
                </a:solidFill>
              </a:rPr>
              <a:t>: Dr. Yaniv Romano</a:t>
            </a:r>
          </a:p>
          <a:p>
            <a:pPr algn="l" rtl="0"/>
            <a:endParaRPr lang="he-IL" sz="1800" dirty="0"/>
          </a:p>
          <a:p>
            <a:pPr algn="l" rtl="0"/>
            <a:endParaRPr lang="he-IL" sz="2400" dirty="0"/>
          </a:p>
          <a:p>
            <a:pPr algn="l" rtl="0"/>
            <a:endParaRPr lang="en-US" sz="2400" dirty="0"/>
          </a:p>
          <a:p>
            <a:pPr algn="l" rtl="0"/>
            <a:endParaRPr lang="en-US" sz="2400" dirty="0"/>
          </a:p>
          <a:p>
            <a:pPr algn="l" rtl="0"/>
            <a:endParaRPr lang="en-US" sz="2400" dirty="0"/>
          </a:p>
          <a:p>
            <a:pPr algn="l" rtl="0"/>
            <a:endParaRPr lang="en-US" sz="24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4F4C92-D21C-4A25-8B7D-11F5E9DA87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76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What is the goal? 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416282" cy="4888896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Creating confidence intervals for the output of a learning algorithm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𝑌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 on a new, not seen before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cs typeface="Calibri"/>
                  </a:rPr>
                  <a:t>The first paper deals with the continuous case, regression problem, in this case we generate a confidence interval.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>
                  <a:solidFill>
                    <a:srgbClr val="002060"/>
                  </a:solidFill>
                  <a:cs typeface="Calibri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cs typeface="Calibri"/>
                  </a:rPr>
                  <a:t>The second paper deals with the discrete case, classification problem, in this case we generate a confidence set.</a:t>
                </a:r>
              </a:p>
              <a:p>
                <a:endParaRPr lang="he-IL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416282" cy="4888896"/>
              </a:xfrm>
              <a:blipFill>
                <a:blip r:embed="rId2"/>
                <a:stretch>
                  <a:fillRect l="-941" r="-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1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What is the goal? 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416282" cy="5288274"/>
              </a:xfrm>
            </p:spPr>
            <p:txBody>
              <a:bodyPr vert="horz" lIns="91440" tIns="45720" rIns="91440" bIns="45720" rtlCol="1" anchor="t">
                <a:normAutofit fontScale="92500"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Given a dataset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 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, and a new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 , all drawn from some joint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, we want the interval to satisfy: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∈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≥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𝛼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			(conditional distribution)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In reality without further assumptions, it’s only possible to satisfy: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∈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≥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𝛼</m:t>
                      </m:r>
                    </m:oMath>
                  </m:oMathPara>
                </a14:m>
                <a:endParaRPr lang="en-US" sz="2400" b="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1600" dirty="0">
                    <a:solidFill>
                      <a:srgbClr val="002060"/>
                    </a:solidFill>
                    <a:ea typeface="+mn-lt"/>
                    <a:cs typeface="+mn-lt"/>
                  </a:rPr>
                  <a:t>			</a:t>
                </a: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(marginal distribution)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We also want it to be as small as possible</a:t>
                </a:r>
              </a:p>
              <a:p>
                <a:endParaRPr lang="he-IL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416282" cy="5288274"/>
              </a:xfrm>
              <a:blipFill>
                <a:blip r:embed="rId2"/>
                <a:stretch>
                  <a:fillRect l="-797" r="-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952E1D-6EDE-4698-92DB-CAADC6646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824" y="5449851"/>
            <a:ext cx="525825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6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Continuous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416282" cy="5288274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Step 1: estimate lower and upper quantiles: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𝑙𝑜𝑤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h</m:t>
                            </m:r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𝑖𝑔</m:t>
                            </m:r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h</m:t>
                            </m:r>
                          </m:sub>
                        </m:sSub>
                      </m:sub>
                    </m:sSub>
                  </m:oMath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h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𝑖𝑔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𝑙𝑜𝑤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𝛼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Can be done using classical regression with the pinball loss function, neural network or random forests.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We can actually finish here and suggest:</a:t>
                </a:r>
              </a:p>
              <a:p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𝐶</m:t>
                      </m:r>
                      <m: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𝑞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𝑙𝑜𝑤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𝑞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h</m:t>
                                      </m:r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𝑖𝑔</m:t>
                                      </m:r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he-IL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416282" cy="5288274"/>
              </a:xfrm>
              <a:blipFill>
                <a:blip r:embed="rId3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Continuous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585964" cy="5562912"/>
              </a:xfrm>
            </p:spPr>
            <p:txBody>
              <a:bodyPr vert="horz" lIns="91440" tIns="45720" rIns="91440" bIns="45720" rtlCol="1" anchor="t">
                <a:normAutofit lnSpcReduction="10000"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Step </a:t>
                </a:r>
                <a:r>
                  <a:rPr lang="he-IL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2</a:t>
                </a: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: Conformal prediction.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Split dataset into training and calibration sets.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Fit model over training set.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Calculate residuals(errors) of model over calibration set: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𝜇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Calculate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Q</m:t>
                    </m:r>
                    <m:r>
                      <a:rPr lang="en-US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𝛼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⋅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𝐶𝑎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  <m:t>𝑠𝑒𝑡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  <m:r>
                      <a:rPr lang="en-US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empirical quantile of residuals.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Suggest interval:</a:t>
                </a:r>
                <a:endParaRPr lang="en-US" sz="20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𝐶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𝜇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𝑄</m:t>
                          </m:r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𝜇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dirty="0">
                    <a:solidFill>
                      <a:srgbClr val="002060"/>
                    </a:solidFill>
                    <a:ea typeface="+mn-lt"/>
                    <a:cs typeface="+mn-lt"/>
                  </a:rPr>
                  <a:t>				(constant length)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585964" cy="5562912"/>
              </a:xfrm>
              <a:blipFill>
                <a:blip r:embed="rId3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4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Continuous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Step 3: Combine both ideas, </a:t>
                </a:r>
                <a:r>
                  <a:rPr lang="en-US" sz="2400" dirty="0" err="1">
                    <a:solidFill>
                      <a:srgbClr val="002060"/>
                    </a:solidFill>
                    <a:ea typeface="+mn-lt"/>
                    <a:cs typeface="+mn-lt"/>
                  </a:rPr>
                  <a:t>conformlized</a:t>
                </a: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 quantile regression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Split dataset into training and calibration sets.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estimate lower and upper quantiles: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𝑙𝑜𝑤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h</m:t>
                            </m:r>
                            <m: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𝑖𝑔</m:t>
                            </m:r>
                            <m: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h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 from training set.</a:t>
                </a:r>
                <a:endParaRPr lang="he-IL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Calculate conformity score over calibration set 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+mn-lt"/>
                                              <a:cs typeface="+mn-lt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+mn-lt"/>
                                              <a:cs typeface="+mn-lt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+mn-lt"/>
                                              <a:cs typeface="+mn-lt"/>
                                            </a:rPr>
                                            <m:t>𝑙𝑜𝑤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+mn-lt"/>
                                              <a:cs typeface="+mn-lt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+mn-lt"/>
                                              <a:cs typeface="+mn-lt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+mn-lt"/>
                                              <a:cs typeface="+mn-lt"/>
                                            </a:rPr>
                                            <m:t>h</m:t>
                                          </m:r>
                                          <m:r>
                                            <a:rPr lang="en-US" sz="24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+mn-lt"/>
                                              <a:cs typeface="+mn-lt"/>
                                            </a:rPr>
                                            <m:t>𝑖𝑔</m:t>
                                          </m:r>
                                          <m:r>
                                            <a:rPr lang="en-US" sz="24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+mn-lt"/>
                                              <a:cs typeface="+mn-lt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acc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Calculate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Q</m:t>
                    </m:r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𝛼</m:t>
                        </m:r>
                      </m:e>
                    </m:d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⋅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𝐶𝑎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  <m:t>𝑠𝑒𝑡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empirical quantile of scores.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0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Continuous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rgbClr val="002060"/>
                    </a:solidFill>
                    <a:ea typeface="+mn-lt"/>
                    <a:cs typeface="+mn-lt"/>
                  </a:rPr>
                  <a:t>Suggest interval:</a:t>
                </a: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𝐶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𝑞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𝑙𝑜𝑤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𝑄</m:t>
                          </m:r>
                          <m: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𝑞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h</m:t>
                                      </m:r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𝑖𝑔</m:t>
                                      </m:r>
                                      <m:r>
                                        <a:rPr lang="en-US" sz="24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			(not constant length)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Discrete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/>
                  <a:t>If we have known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we could construct the perfect oracle prediction set.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/>
                  <a:t>Take top probabilities to reach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lang="en-US" sz="2400" dirty="0"/>
                  <a:t> than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400" dirty="0"/>
                  <a:t>			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35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  <a:blipFill>
                <a:blip r:embed="rId3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205154-833C-43E1-92D1-8CED153AE77F}"/>
                  </a:ext>
                </a:extLst>
              </p:cNvPr>
              <p:cNvSpPr txBox="1"/>
              <p:nvPr/>
            </p:nvSpPr>
            <p:spPr>
              <a:xfrm>
                <a:off x="798136" y="2601798"/>
                <a:ext cx="1451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205154-833C-43E1-92D1-8CED153AE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6" y="2601798"/>
                <a:ext cx="145172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8CCEB-657B-45E8-A90E-22F1EC250A8D}"/>
                  </a:ext>
                </a:extLst>
              </p:cNvPr>
              <p:cNvSpPr txBox="1"/>
              <p:nvPr/>
            </p:nvSpPr>
            <p:spPr>
              <a:xfrm>
                <a:off x="2383410" y="2601798"/>
                <a:ext cx="1451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8CCEB-657B-45E8-A90E-22F1EC250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410" y="2601798"/>
                <a:ext cx="145172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5FC1CC-8DC1-4925-9AB3-6C94FCD00BDF}"/>
                  </a:ext>
                </a:extLst>
              </p:cNvPr>
              <p:cNvSpPr txBox="1"/>
              <p:nvPr/>
            </p:nvSpPr>
            <p:spPr>
              <a:xfrm>
                <a:off x="3857136" y="2601798"/>
                <a:ext cx="1451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5FC1CC-8DC1-4925-9AB3-6C94FCD00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136" y="2601798"/>
                <a:ext cx="145172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2954FC-02A5-4106-9B9D-FA76F3CA935C}"/>
                  </a:ext>
                </a:extLst>
              </p:cNvPr>
              <p:cNvSpPr txBox="1"/>
              <p:nvPr/>
            </p:nvSpPr>
            <p:spPr>
              <a:xfrm>
                <a:off x="5330862" y="2601798"/>
                <a:ext cx="15632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2954FC-02A5-4106-9B9D-FA76F3CA9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862" y="2601798"/>
                <a:ext cx="156327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A99EAF-72DB-4A88-A2A4-B75E02B37E1A}"/>
                  </a:ext>
                </a:extLst>
              </p:cNvPr>
              <p:cNvSpPr txBox="1"/>
              <p:nvPr/>
            </p:nvSpPr>
            <p:spPr>
              <a:xfrm>
                <a:off x="6894136" y="2601798"/>
                <a:ext cx="15632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A99EAF-72DB-4A88-A2A4-B75E02B37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136" y="2601798"/>
                <a:ext cx="156327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A5AF22F-53DE-42F0-8FE2-ED20AED9C545}"/>
                  </a:ext>
                </a:extLst>
              </p:cNvPr>
              <p:cNvSpPr txBox="1"/>
              <p:nvPr/>
            </p:nvSpPr>
            <p:spPr>
              <a:xfrm>
                <a:off x="820136" y="3244334"/>
                <a:ext cx="15632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A5AF22F-53DE-42F0-8FE2-ED20AED9C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6" y="3244334"/>
                <a:ext cx="156327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ADC60E-DF72-4196-A533-6D48F2C39412}"/>
                  </a:ext>
                </a:extLst>
              </p:cNvPr>
              <p:cNvSpPr txBox="1"/>
              <p:nvPr/>
            </p:nvSpPr>
            <p:spPr>
              <a:xfrm>
                <a:off x="2383410" y="3244334"/>
                <a:ext cx="1451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ADC60E-DF72-4196-A533-6D48F2C39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410" y="3244334"/>
                <a:ext cx="145172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D22654-1865-42EA-BA56-B2BAE39D9471}"/>
                  </a:ext>
                </a:extLst>
              </p:cNvPr>
              <p:cNvSpPr txBox="1"/>
              <p:nvPr/>
            </p:nvSpPr>
            <p:spPr>
              <a:xfrm>
                <a:off x="3835138" y="3219254"/>
                <a:ext cx="1451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D22654-1865-42EA-BA56-B2BAE39D9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138" y="3219254"/>
                <a:ext cx="145172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21D96A7-461B-473D-A235-D6AFF2F426C2}"/>
                  </a:ext>
                </a:extLst>
              </p:cNvPr>
              <p:cNvSpPr txBox="1"/>
              <p:nvPr/>
            </p:nvSpPr>
            <p:spPr>
              <a:xfrm>
                <a:off x="5330862" y="3214630"/>
                <a:ext cx="1451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21D96A7-461B-473D-A235-D6AFF2F42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862" y="3214630"/>
                <a:ext cx="145172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C09B44-C094-4191-A637-D428747736B5}"/>
                  </a:ext>
                </a:extLst>
              </p:cNvPr>
              <p:cNvSpPr txBox="1"/>
              <p:nvPr/>
            </p:nvSpPr>
            <p:spPr>
              <a:xfrm>
                <a:off x="6894136" y="3214630"/>
                <a:ext cx="15632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C09B44-C094-4191-A637-D42874773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136" y="3214630"/>
                <a:ext cx="15632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10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3" grpId="0"/>
      <p:bldP spid="19" grpId="0"/>
      <p:bldP spid="21" grpId="0"/>
      <p:bldP spid="23" grpId="0"/>
      <p:bldP spid="25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Discrete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9018" y="2300138"/>
                <a:ext cx="8585964" cy="4026507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If we can’t construct the specific probability Calculate how much we surpassed the desired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𝑙𝑎𝑠𝑡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With probability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𝑙𝑎𝑠𝑡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add the last label.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/>
                  <a:t> than: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35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018" y="2300138"/>
                <a:ext cx="8585964" cy="4026507"/>
              </a:xfrm>
              <a:blipFill>
                <a:blip r:embed="rId3"/>
                <a:stretch>
                  <a:fillRect l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858DD5-6526-4B1C-8E27-BE591D2CB52E}"/>
              </a:ext>
            </a:extLst>
          </p:cNvPr>
          <p:cNvGrpSpPr/>
          <p:nvPr/>
        </p:nvGrpSpPr>
        <p:grpSpPr>
          <a:xfrm>
            <a:off x="562466" y="1263191"/>
            <a:ext cx="7659274" cy="1011868"/>
            <a:chOff x="798136" y="2601798"/>
            <a:chExt cx="7659274" cy="1011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6205154-833C-43E1-92D1-8CED153AE77F}"/>
                    </a:ext>
                  </a:extLst>
                </p:cNvPr>
                <p:cNvSpPr txBox="1"/>
                <p:nvPr/>
              </p:nvSpPr>
              <p:spPr>
                <a:xfrm>
                  <a:off x="798136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6205154-833C-43E1-92D1-8CED153AE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136" y="2601798"/>
                  <a:ext cx="145172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88CCEB-657B-45E8-A90E-22F1EC250A8D}"/>
                    </a:ext>
                  </a:extLst>
                </p:cNvPr>
                <p:cNvSpPr txBox="1"/>
                <p:nvPr/>
              </p:nvSpPr>
              <p:spPr>
                <a:xfrm>
                  <a:off x="2383410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88CCEB-657B-45E8-A90E-22F1EC250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410" y="2601798"/>
                  <a:ext cx="145172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65FC1CC-8DC1-4925-9AB3-6C94FCD00BDF}"/>
                    </a:ext>
                  </a:extLst>
                </p:cNvPr>
                <p:cNvSpPr txBox="1"/>
                <p:nvPr/>
              </p:nvSpPr>
              <p:spPr>
                <a:xfrm>
                  <a:off x="3857136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65FC1CC-8DC1-4925-9AB3-6C94FCD00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7136" y="2601798"/>
                  <a:ext cx="145172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22954FC-02A5-4106-9B9D-FA76F3CA935C}"/>
                    </a:ext>
                  </a:extLst>
                </p:cNvPr>
                <p:cNvSpPr txBox="1"/>
                <p:nvPr/>
              </p:nvSpPr>
              <p:spPr>
                <a:xfrm>
                  <a:off x="5330862" y="2601798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22954FC-02A5-4106-9B9D-FA76F3CA9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0862" y="2601798"/>
                  <a:ext cx="156327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4A99EAF-72DB-4A88-A2A4-B75E02B37E1A}"/>
                    </a:ext>
                  </a:extLst>
                </p:cNvPr>
                <p:cNvSpPr txBox="1"/>
                <p:nvPr/>
              </p:nvSpPr>
              <p:spPr>
                <a:xfrm>
                  <a:off x="6894136" y="2601798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4A99EAF-72DB-4A88-A2A4-B75E02B37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4136" y="2601798"/>
                  <a:ext cx="156327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A5AF22F-53DE-42F0-8FE2-ED20AED9C545}"/>
                    </a:ext>
                  </a:extLst>
                </p:cNvPr>
                <p:cNvSpPr txBox="1"/>
                <p:nvPr/>
              </p:nvSpPr>
              <p:spPr>
                <a:xfrm>
                  <a:off x="820136" y="3244334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A5AF22F-53DE-42F0-8FE2-ED20AED9C5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136" y="3244334"/>
                  <a:ext cx="156327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ADC60E-DF72-4196-A533-6D48F2C39412}"/>
                    </a:ext>
                  </a:extLst>
                </p:cNvPr>
                <p:cNvSpPr txBox="1"/>
                <p:nvPr/>
              </p:nvSpPr>
              <p:spPr>
                <a:xfrm>
                  <a:off x="2383410" y="3244334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ADC60E-DF72-4196-A533-6D48F2C39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410" y="3244334"/>
                  <a:ext cx="145172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1D22654-1865-42EA-BA56-B2BAE39D9471}"/>
                    </a:ext>
                  </a:extLst>
                </p:cNvPr>
                <p:cNvSpPr txBox="1"/>
                <p:nvPr/>
              </p:nvSpPr>
              <p:spPr>
                <a:xfrm>
                  <a:off x="3835138" y="3219254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1D22654-1865-42EA-BA56-B2BAE39D9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5138" y="3219254"/>
                  <a:ext cx="145172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21D96A7-461B-473D-A235-D6AFF2F426C2}"/>
                    </a:ext>
                  </a:extLst>
                </p:cNvPr>
                <p:cNvSpPr txBox="1"/>
                <p:nvPr/>
              </p:nvSpPr>
              <p:spPr>
                <a:xfrm>
                  <a:off x="5330862" y="3214630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21D96A7-461B-473D-A235-D6AFF2F42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0862" y="3214630"/>
                  <a:ext cx="145172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8C09B44-C094-4191-A637-D428747736B5}"/>
                    </a:ext>
                  </a:extLst>
                </p:cNvPr>
                <p:cNvSpPr txBox="1"/>
                <p:nvPr/>
              </p:nvSpPr>
              <p:spPr>
                <a:xfrm>
                  <a:off x="6894136" y="3214630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8C09B44-C094-4191-A637-D42874773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4136" y="3214630"/>
                  <a:ext cx="156327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3715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Discrete case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018" y="2300138"/>
            <a:ext cx="8585964" cy="4026507"/>
          </a:xfrm>
        </p:spPr>
        <p:txBody>
          <a:bodyPr vert="horz" lIns="91440" tIns="45720" rIns="91440" bIns="45720" rtlCol="1" anchor="t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What do we do if there is a tie?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858DD5-6526-4B1C-8E27-BE591D2CB52E}"/>
              </a:ext>
            </a:extLst>
          </p:cNvPr>
          <p:cNvGrpSpPr/>
          <p:nvPr/>
        </p:nvGrpSpPr>
        <p:grpSpPr>
          <a:xfrm>
            <a:off x="562466" y="1263191"/>
            <a:ext cx="7659274" cy="1011868"/>
            <a:chOff x="798136" y="2601798"/>
            <a:chExt cx="7659274" cy="1011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6205154-833C-43E1-92D1-8CED153AE77F}"/>
                    </a:ext>
                  </a:extLst>
                </p:cNvPr>
                <p:cNvSpPr txBox="1"/>
                <p:nvPr/>
              </p:nvSpPr>
              <p:spPr>
                <a:xfrm>
                  <a:off x="798136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6205154-833C-43E1-92D1-8CED153AE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136" y="2601798"/>
                  <a:ext cx="145172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88CCEB-657B-45E8-A90E-22F1EC250A8D}"/>
                    </a:ext>
                  </a:extLst>
                </p:cNvPr>
                <p:cNvSpPr txBox="1"/>
                <p:nvPr/>
              </p:nvSpPr>
              <p:spPr>
                <a:xfrm>
                  <a:off x="2383410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88CCEB-657B-45E8-A90E-22F1EC250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410" y="2601798"/>
                  <a:ext cx="145172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65FC1CC-8DC1-4925-9AB3-6C94FCD00BDF}"/>
                    </a:ext>
                  </a:extLst>
                </p:cNvPr>
                <p:cNvSpPr txBox="1"/>
                <p:nvPr/>
              </p:nvSpPr>
              <p:spPr>
                <a:xfrm>
                  <a:off x="3857136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65FC1CC-8DC1-4925-9AB3-6C94FCD00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7136" y="2601798"/>
                  <a:ext cx="145172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22954FC-02A5-4106-9B9D-FA76F3CA935C}"/>
                    </a:ext>
                  </a:extLst>
                </p:cNvPr>
                <p:cNvSpPr txBox="1"/>
                <p:nvPr/>
              </p:nvSpPr>
              <p:spPr>
                <a:xfrm>
                  <a:off x="5330862" y="2601798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22954FC-02A5-4106-9B9D-FA76F3CA9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0862" y="2601798"/>
                  <a:ext cx="156327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4A99EAF-72DB-4A88-A2A4-B75E02B37E1A}"/>
                    </a:ext>
                  </a:extLst>
                </p:cNvPr>
                <p:cNvSpPr txBox="1"/>
                <p:nvPr/>
              </p:nvSpPr>
              <p:spPr>
                <a:xfrm>
                  <a:off x="6894136" y="2601798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4A99EAF-72DB-4A88-A2A4-B75E02B37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4136" y="2601798"/>
                  <a:ext cx="156327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A5AF22F-53DE-42F0-8FE2-ED20AED9C545}"/>
                    </a:ext>
                  </a:extLst>
                </p:cNvPr>
                <p:cNvSpPr txBox="1"/>
                <p:nvPr/>
              </p:nvSpPr>
              <p:spPr>
                <a:xfrm>
                  <a:off x="820136" y="3244334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A5AF22F-53DE-42F0-8FE2-ED20AED9C5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136" y="3244334"/>
                  <a:ext cx="156327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ADC60E-DF72-4196-A533-6D48F2C39412}"/>
                    </a:ext>
                  </a:extLst>
                </p:cNvPr>
                <p:cNvSpPr txBox="1"/>
                <p:nvPr/>
              </p:nvSpPr>
              <p:spPr>
                <a:xfrm>
                  <a:off x="2383410" y="3244334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ADC60E-DF72-4196-A533-6D48F2C39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410" y="3244334"/>
                  <a:ext cx="145172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1D22654-1865-42EA-BA56-B2BAE39D9471}"/>
                    </a:ext>
                  </a:extLst>
                </p:cNvPr>
                <p:cNvSpPr txBox="1"/>
                <p:nvPr/>
              </p:nvSpPr>
              <p:spPr>
                <a:xfrm>
                  <a:off x="3835138" y="3219254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1D22654-1865-42EA-BA56-B2BAE39D9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5138" y="3219254"/>
                  <a:ext cx="145172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21D96A7-461B-473D-A235-D6AFF2F426C2}"/>
                    </a:ext>
                  </a:extLst>
                </p:cNvPr>
                <p:cNvSpPr txBox="1"/>
                <p:nvPr/>
              </p:nvSpPr>
              <p:spPr>
                <a:xfrm>
                  <a:off x="5330862" y="3214630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21D96A7-461B-473D-A235-D6AFF2F42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0862" y="3214630"/>
                  <a:ext cx="145172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8C09B44-C094-4191-A637-D428747736B5}"/>
                    </a:ext>
                  </a:extLst>
                </p:cNvPr>
                <p:cNvSpPr txBox="1"/>
                <p:nvPr/>
              </p:nvSpPr>
              <p:spPr>
                <a:xfrm>
                  <a:off x="6894136" y="3214630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8C09B44-C094-4191-A637-D42874773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4136" y="3214630"/>
                  <a:ext cx="156327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6B617A5-C570-44C9-9181-BCCED5563B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023174"/>
            <a:ext cx="8185606" cy="5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23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Discrete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9018" y="1234910"/>
                <a:ext cx="8585964" cy="5121440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/>
                  <a:t>So given an unseen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suppose we have an estimation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 from some learning algorithm.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/>
                  <a:t>Building the oracle set with the estimated probabilities doesn’t ensure the confidence rate.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/>
                  <a:t>However building it with a different value than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can ensure it.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018" y="1234910"/>
                <a:ext cx="8585964" cy="5121440"/>
              </a:xfrm>
              <a:blipFill>
                <a:blip r:embed="rId3"/>
                <a:stretch>
                  <a:fillRect l="-994" r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0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Discrete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9018" y="1112363"/>
                <a:ext cx="8585964" cy="5243987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Let’s define a score for each pair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/>
                  <a:t>and the prediction by the algorithm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 as the minimum  confidence probability to enter class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to the prediction set: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b="0" dirty="0"/>
                  <a:t>	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65</m:t>
                        </m:r>
                      </m:e>
                    </m:d>
                  </m:oMath>
                </a14:m>
                <a:r>
                  <a:rPr lang="en-US" sz="2000" dirty="0"/>
                  <a:t> depending what is the value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n-US" sz="2000" dirty="0"/>
                  <a:t> depending 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018" y="1112363"/>
                <a:ext cx="8585964" cy="5243987"/>
              </a:xfrm>
              <a:blipFill>
                <a:blip r:embed="rId3"/>
                <a:stretch>
                  <a:fillRect l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E433B7-FB51-47CF-8031-8A7D12A129BE}"/>
              </a:ext>
            </a:extLst>
          </p:cNvPr>
          <p:cNvGrpSpPr/>
          <p:nvPr/>
        </p:nvGrpSpPr>
        <p:grpSpPr>
          <a:xfrm>
            <a:off x="457200" y="3429000"/>
            <a:ext cx="7659274" cy="1011868"/>
            <a:chOff x="798136" y="2601798"/>
            <a:chExt cx="7659274" cy="1011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482ACCA-820F-4163-9D04-F3499B788B9B}"/>
                    </a:ext>
                  </a:extLst>
                </p:cNvPr>
                <p:cNvSpPr txBox="1"/>
                <p:nvPr/>
              </p:nvSpPr>
              <p:spPr>
                <a:xfrm>
                  <a:off x="798136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482ACCA-820F-4163-9D04-F3499B788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136" y="2601798"/>
                  <a:ext cx="145172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823D525-93FA-470C-9F5C-430742A511BA}"/>
                    </a:ext>
                  </a:extLst>
                </p:cNvPr>
                <p:cNvSpPr txBox="1"/>
                <p:nvPr/>
              </p:nvSpPr>
              <p:spPr>
                <a:xfrm>
                  <a:off x="2383410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823D525-93FA-470C-9F5C-430742A51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410" y="2601798"/>
                  <a:ext cx="145172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D6258B3-07D7-4F06-9191-20A00A7BA8EF}"/>
                    </a:ext>
                  </a:extLst>
                </p:cNvPr>
                <p:cNvSpPr txBox="1"/>
                <p:nvPr/>
              </p:nvSpPr>
              <p:spPr>
                <a:xfrm>
                  <a:off x="3857136" y="2601798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D6258B3-07D7-4F06-9191-20A00A7BA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7136" y="2601798"/>
                  <a:ext cx="145172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EB46940-F7C6-4647-89BB-52B55EE4BB2A}"/>
                    </a:ext>
                  </a:extLst>
                </p:cNvPr>
                <p:cNvSpPr txBox="1"/>
                <p:nvPr/>
              </p:nvSpPr>
              <p:spPr>
                <a:xfrm>
                  <a:off x="5330862" y="2601798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EB46940-F7C6-4647-89BB-52B55EE4B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0862" y="2601798"/>
                  <a:ext cx="156327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5B6EFC-7F29-4933-9177-F72E9459E262}"/>
                    </a:ext>
                  </a:extLst>
                </p:cNvPr>
                <p:cNvSpPr txBox="1"/>
                <p:nvPr/>
              </p:nvSpPr>
              <p:spPr>
                <a:xfrm>
                  <a:off x="6894136" y="2601798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5B6EFC-7F29-4933-9177-F72E9459E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4136" y="2601798"/>
                  <a:ext cx="156327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5A44668-3EC8-425C-8C32-971BECD0C303}"/>
                    </a:ext>
                  </a:extLst>
                </p:cNvPr>
                <p:cNvSpPr txBox="1"/>
                <p:nvPr/>
              </p:nvSpPr>
              <p:spPr>
                <a:xfrm>
                  <a:off x="820136" y="3244334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5A44668-3EC8-425C-8C32-971BECD0C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136" y="3244334"/>
                  <a:ext cx="156327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697BD4F-6221-4524-8509-124CD5A4F186}"/>
                    </a:ext>
                  </a:extLst>
                </p:cNvPr>
                <p:cNvSpPr txBox="1"/>
                <p:nvPr/>
              </p:nvSpPr>
              <p:spPr>
                <a:xfrm>
                  <a:off x="2383410" y="3244334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697BD4F-6221-4524-8509-124CD5A4F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410" y="3244334"/>
                  <a:ext cx="145172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F8086B0-882D-48BD-A879-F976483B1D1C}"/>
                    </a:ext>
                  </a:extLst>
                </p:cNvPr>
                <p:cNvSpPr txBox="1"/>
                <p:nvPr/>
              </p:nvSpPr>
              <p:spPr>
                <a:xfrm>
                  <a:off x="3835138" y="3219254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F8086B0-882D-48BD-A879-F976483B1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5138" y="3219254"/>
                  <a:ext cx="145172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80085FB-4F5D-4528-9D56-61F2CF801BBA}"/>
                    </a:ext>
                  </a:extLst>
                </p:cNvPr>
                <p:cNvSpPr txBox="1"/>
                <p:nvPr/>
              </p:nvSpPr>
              <p:spPr>
                <a:xfrm>
                  <a:off x="5330862" y="3214630"/>
                  <a:ext cx="14517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80085FB-4F5D-4528-9D56-61F2CF801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0862" y="3214630"/>
                  <a:ext cx="145172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6CAAA1B-CE99-4D77-8C99-3FB2E2316600}"/>
                    </a:ext>
                  </a:extLst>
                </p:cNvPr>
                <p:cNvSpPr txBox="1"/>
                <p:nvPr/>
              </p:nvSpPr>
              <p:spPr>
                <a:xfrm>
                  <a:off x="6894136" y="3214630"/>
                  <a:ext cx="15632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6CAAA1B-CE99-4D77-8C99-3FB2E2316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4136" y="3214630"/>
                  <a:ext cx="156327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0904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Discrete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9018" y="1265001"/>
                <a:ext cx="8585964" cy="5243987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are distributed uniform if the prediction is correct?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We can look 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 as a generalized CDF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000" b="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000" dirty="0"/>
                  <a:t>Those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0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018" y="1265001"/>
                <a:ext cx="8585964" cy="5243987"/>
              </a:xfrm>
              <a:blipFill>
                <a:blip r:embed="rId3"/>
                <a:stretch>
                  <a:fillRect l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5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Discrete case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Split dataset into training and calibration sets.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Train model on training set.</a:t>
                </a:r>
                <a:endParaRPr lang="he-IL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Calculate scores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 over calibration set.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Calculate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Q</m:t>
                    </m:r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𝛼</m:t>
                        </m:r>
                      </m:e>
                    </m:d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⋅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lt"/>
                                    <a:cs typeface="+mn-lt"/>
                                  </a:rPr>
                                  <m:t>𝐶𝑎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lt"/>
                                        <a:cs typeface="+mn-lt"/>
                                      </a:rPr>
                                      <m:t>𝑠𝑒𝑡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  <m:r>
                      <a:rPr lang="en-US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empirical quantile of scores.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The prediction set will be the oracle set, with the algorithm predicted probabilities and confidence probability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4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Bounding output</a:t>
            </a:r>
            <a:endParaRPr lang="he-IL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</p:spPr>
            <p:txBody>
              <a:bodyPr vert="horz" lIns="91440" tIns="45720" rIns="91440" bIns="45720" rtlCol="1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Let’s assume we are given some pre trained network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Φ</m:t>
                    </m:r>
                  </m:oMath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Let’s assume the predicted label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 hench: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𝑐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𝑎𝑟𝑔𝑚𝑎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Let’s assume some bounded noise is added to the input: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𝜖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  <m:t>𝜖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&lt;</m:t>
                      </m:r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𝑣𝑎𝑙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Then it’s possible to show that for some other label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𝑡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ea typeface="+mn-lt"/>
                    <a:cs typeface="+mn-lt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l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&lt;</m:t>
                      </m:r>
                      <m:sSub>
                        <m:sSubPr>
                          <m:ctrl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t</m:t>
                          </m:r>
                        </m:sub>
                      </m:sSub>
                      <m:d>
                        <m:dPr>
                          <m:ctrlPr>
                            <a:rPr lang="en-US" sz="24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𝑥</m:t>
                          </m:r>
                        </m:e>
                      </m:d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𝑐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lt"/>
                                  <a:cs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+mn-lt"/>
                                          <a:cs typeface="+mn-lt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+mn-lt"/>
                                      <a:cs typeface="+mn-lt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sz="2400" dirty="0">
                  <a:solidFill>
                    <a:srgbClr val="002060"/>
                  </a:solidFill>
                  <a:ea typeface="+mn-lt"/>
                  <a:cs typeface="+mn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73" y="1295088"/>
                <a:ext cx="8585964" cy="5288274"/>
              </a:xfr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6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Discrete case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73" y="1295088"/>
            <a:ext cx="8585964" cy="5288274"/>
          </a:xfrm>
        </p:spPr>
        <p:txBody>
          <a:bodyPr vert="horz" lIns="91440" tIns="45720" rIns="91440" bIns="45720" rtlCol="1" anchor="t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Cross Validation method?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Proofs?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04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615" y="228600"/>
            <a:ext cx="8229600" cy="1143000"/>
          </a:xfrm>
        </p:spPr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Questions?</a:t>
            </a:r>
            <a:endParaRPr lang="he-IL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C47309-A8D9-4C46-93FF-5BFFD4BEB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73" y="1295087"/>
            <a:ext cx="8585964" cy="3220351"/>
          </a:xfrm>
        </p:spPr>
        <p:txBody>
          <a:bodyPr vert="horz" lIns="91440" tIns="45720" rIns="91440" bIns="45720" rtlCol="1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ea typeface="+mn-lt"/>
                <a:cs typeface="+mn-lt"/>
              </a:rPr>
              <a:t>Heteroskedascity??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2060"/>
                </a:solidFill>
                <a:ea typeface="+mn-lt"/>
                <a:cs typeface="+mn-lt"/>
              </a:rPr>
              <a:t>Homoskedastic</a:t>
            </a:r>
            <a:r>
              <a:rPr lang="en-US" sz="2400" dirty="0">
                <a:solidFill>
                  <a:srgbClr val="002060"/>
                </a:solidFill>
                <a:ea typeface="+mn-lt"/>
                <a:cs typeface="+mn-lt"/>
              </a:rPr>
              <a:t>??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2060"/>
                </a:solidFill>
                <a:ea typeface="+mn-lt"/>
                <a:cs typeface="+mn-lt"/>
              </a:rPr>
              <a:t>Exchangeably</a:t>
            </a:r>
            <a:r>
              <a:rPr lang="en-US" sz="2400" dirty="0">
                <a:solidFill>
                  <a:srgbClr val="002060"/>
                </a:solidFill>
                <a:ea typeface="+mn-lt"/>
                <a:cs typeface="+mn-lt"/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55417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1944</TotalTime>
  <Words>1055</Words>
  <Application>Microsoft Office PowerPoint</Application>
  <PresentationFormat>On-screen Show (4:3)</PresentationFormat>
  <Paragraphs>197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Office Theme</vt:lpstr>
      <vt:lpstr>PowerPoint Presentation</vt:lpstr>
      <vt:lpstr>What is the goal? </vt:lpstr>
      <vt:lpstr>What is the goal? </vt:lpstr>
      <vt:lpstr>Continuous case</vt:lpstr>
      <vt:lpstr>Continuous case</vt:lpstr>
      <vt:lpstr>Continuous case</vt:lpstr>
      <vt:lpstr>Continuous case</vt:lpstr>
      <vt:lpstr>Discrete case</vt:lpstr>
      <vt:lpstr>Discrete case</vt:lpstr>
      <vt:lpstr>Discrete case</vt:lpstr>
      <vt:lpstr>Discrete case</vt:lpstr>
      <vt:lpstr>Discrete case</vt:lpstr>
      <vt:lpstr>Discrete case</vt:lpstr>
      <vt:lpstr>Discrete case</vt:lpstr>
      <vt:lpstr>Bounding output</vt:lpstr>
      <vt:lpstr>Discrete case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פרוייקט פיתוח אלגורית'ם לזיהוי אנשים בתמונות</dc:title>
  <dc:creator>Idan Burstein</dc:creator>
  <cp:lastModifiedBy>Asaf Gendler</cp:lastModifiedBy>
  <cp:revision>35</cp:revision>
  <cp:lastPrinted>2014-09-21T12:04:19Z</cp:lastPrinted>
  <dcterms:created xsi:type="dcterms:W3CDTF">2012-05-28T18:42:10Z</dcterms:created>
  <dcterms:modified xsi:type="dcterms:W3CDTF">2020-08-27T18:31:25Z</dcterms:modified>
</cp:coreProperties>
</file>